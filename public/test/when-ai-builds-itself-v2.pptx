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AI builds itself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스스로를 만드는 시대의 도래와 미래 시나리오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AI builds itself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5060"/>
          </a:xfrm>
          <a:prstGeom prst="roundRect">
            <a:avLst>
              <a:gd name="adj" fmla="val 656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Institute (2026년 6월 기준)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005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전문을 읽었습니다. 챕터 흐름 그대로 주요 내용을 정리합니다.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서론: AI가 스스로를 만든다는 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352550"/>
          </a:xfrm>
          <a:prstGeom prst="roundRect">
            <a:avLst>
              <a:gd name="adj" fmla="val 5408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Anthropic은 현재 AI 개발의 점점 더 많은 부분을 AI 시스템 자체에 위임하고 있으며, 이것이 작업 속도를 높이고 있습니다. 이 흐름이 충분히 진행되고 충분한 컴퓨팅 파워가 주어진다면, 결국 완전히 자율적으로 자신의 후속 버전을 설계·개발하는 AI, 즉 재귀적 자기개선(Recursive Self-Improvement; RSI) 이 가능해진다는 것이 이 글의 핵심 전제입니다.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3802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그 단계에 도달하지 않았고, RSI가 불가피한 것도 아니지만, 대부분의 기관이 준비하는 것보다 훨씬 일찍 올 수 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32710"/>
            <a:ext cx="11277295" cy="995680"/>
          </a:xfrm>
          <a:prstGeom prst="roundRect">
            <a:avLst>
              <a:gd name="adj" fmla="val 7347"/>
            </a:avLst>
          </a:prstGeom>
          <a:solidFill>
            <a:srgbClr val="D97757">
              <a:alpha val="88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15590"/>
            <a:ext cx="365760" cy="62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4712" y="2815590"/>
            <a:ext cx="10381183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 Self-Improvement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3186430"/>
            <a:ext cx="10381183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자신의 성능을 올리고 코딩하는 AI의 탄생은, 단순히 생산성이 늘어나는 것 이상의 복리적 기술 폭발로 이어질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0-1. 시대적 흐름 (타임라인)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676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991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" y="240080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2021-2023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63855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수동 코딩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9779" y="23505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58379" y="201676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8379" y="208991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13243" y="240080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2023-2025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13243" y="263855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복사 &amp; 붙여넣기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0958" y="23505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59558" y="201676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9558" y="208991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14422" y="240080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14422" y="263855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단위 에이전트 코딩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137" y="23505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60737" y="201676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737" y="208991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15601" y="240080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현재(2026)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15601" y="263855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 및 작업 위임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33316" y="23505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61916" y="201676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61916" y="208991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16780" y="240080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16780" y="263855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모델의 자율 훈련 루프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1장: 외부 세계의 증거 (External Benchmarks)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모델이 혼자서 안정적으로 완료할 수 있는 작업의 길이가 약 4개월마다 두 배씩 증가하고 있습니다(이전 추세는 7개월마다 두 배).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12010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69210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생산량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62018" y="2020570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2018" y="202057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3458" y="2112010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53458" y="2569210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길이 2배 가속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66837" y="2020570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6837" y="202057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12010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15개월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58277" y="2569210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CORE-Bench 포화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태스크 소요 시간 기준 모델 진화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676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539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53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20807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3월: Claude Opus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23276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기준 약 4분 소요 작업 완료 가능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122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494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49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28762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3월: Claude Sonnet 3.7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31231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기준 약 1.5시간 소요 작업 완료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0781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49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44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36718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2026년: Claude Opus 4.6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39187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기준 약 12시간 소요 작업 완료 가능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0334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405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40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" y="44673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" y="47142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내 며칠짜리, 2027년엔 몇 주짜리 작업이 자율적으로 수행 가능해질 것으로 추정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1-2. 주요 벤치마크 포화 현황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676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676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2648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2648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SWE-bench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922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오픈소스 코드베이스 버그 수정 능력을 측정하는 벤치마크로, 단 2년 만에 한 자릿수 점수에서 사실상 포화 상태에 도달했습니다.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0091" y="201676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0091" y="201676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9819" y="212648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849819" y="212648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CORE-Bench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49819" y="24922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연구를 스스로 재현해내는 능력을 벤치마킹하는 데이터셋으로, 2024년 약 20% 성공률에서 불과 15개월 만에 포화 상태에 달했습니다.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2982" y="201676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2982" y="201676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2710" y="212648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32710" y="212648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 장기 태스크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32710" y="249224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16시간 동안의 장기 태스크를 테스트한 결과, Claude Mythos Preview가 이미 측정 범위의 상한을 넘는 성과를 보였습니다.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2장: Anthropic 내부 증거 (Internal Evidence)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챕터가 이 글의 핵심입니다. 공개 벤치마크만으로는 AI가 AI 개발 자체를 얼마나 가속하고 있는지 알 수 없기 때문에, Anthropic 연구소의 내부 데이터를 공개했습니다.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798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428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작성부터 품질 검토, AI 모델 최적화 실험 및 제안, 장기적인 연구 방향 결정에 이르기까지 AI 연구개발 전 영역에 걸쳐 AI가 직접 개입하고 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80% 돌파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2874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6026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8배 향상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8549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1701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초인적 최적화 속도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1250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코드 작성 (Code Authoring)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기준, Anthropic 코드베이스에 병합되는 코드의 80% 이상이 Claude가 작성한 것입니다. Claude Code가 출시되기 전(2025년 2월 이전)에는 이 수치가 한 자릿수였습니다.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1410"/>
            <a:ext cx="55700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9141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82850"/>
            <a:ext cx="53871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940050"/>
            <a:ext cx="53871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작성 코드 비중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196082"/>
            <a:ext cx="53871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Anthropic의 전체 서비스 및 모델 리서치 코딩 코드 중 8할 이상이 AI가 자율 합성함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64428" y="2391410"/>
            <a:ext cx="55700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4428" y="239141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5868" y="2482850"/>
            <a:ext cx="53871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55868" y="2940050"/>
            <a:ext cx="53871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생산량 증가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55868" y="3196082"/>
            <a:ext cx="53871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 및 장시간 작업 에이전트 도입에 힘입어 엔지니어 1인당 코드 병합량이 2024년 대비 8배 상승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76301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4589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사례: 2026년 4월, Claude는 800개 이상의 수정을 완료해 특정 유형의 API 오류를 1,000분의 1로 줄였습니다. 이 작업을 사람이 했다면 4년이 걸렸을 것으로 담당 엔지니어가 추산했습니다.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1250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코드 품질 (Code Quality)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코드 검토자 역할도 맡게 되었으며, 코드베이스의 모든 변경 사항을 사전 검토하는 자동 리뷰 시스템을 도입했습니다.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141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9141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74290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리뷰 시스템의 효과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2945130"/>
            <a:ext cx="11076127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claude.ai 장애(인시던트)의 약 3분의 1이 이 AI 사전 리뷰 시스템이 있었다면 프로덕션 반영 전에 미리 잡혔을 것으로 조사되었습니다.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3982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2270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인간과의 품질 비교: Claude가 작성한 코드의 품질은 2025년 말 인간 작성 코드보다 다소 낮았으나, 현재는 대략 동등한 수준이며, 1년 안에 인간보다 우수해질 것으로 예상됩니다.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1250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실험 실행 능력 (Experiment Execution)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Anthropic은 매 모델 릴리즈마다 소형 AI 모델 훈련 코드를 던져주고 속도 한계 최적화를 수행하게 하는 테스트를 수행합니다.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1410"/>
            <a:ext cx="5524348" cy="1454150"/>
          </a:xfrm>
          <a:prstGeom prst="roundRect">
            <a:avLst>
              <a:gd name="adj" fmla="val 5031"/>
            </a:avLst>
          </a:prstGeom>
          <a:solidFill>
            <a:srgbClr val="FDF0EB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91410"/>
            <a:ext cx="5524348" cy="457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7429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숙련자 최적화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0137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인간 연구자가 4-8시간을 전념하여 실행 코드 튜닝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40664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0664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4배 향상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0148" y="2391410"/>
            <a:ext cx="5524348" cy="145415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0148" y="2391410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8748" y="257429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 최적화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8748" y="301371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Claude Opus 4(2025년 5월) → 약 3배 향상\nClaude Mythos Preview(2026년 4월) → 약 52배 향상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38748" y="340664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8748" y="340664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초인적 성능 (52배)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6600"/>
          </a:xfrm>
          <a:prstGeom prst="roundRect">
            <a:avLst>
              <a:gd name="adj" fmla="val 993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2-4. 실험 제안 능력 (Experiment Proposal)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6760"/>
            <a:ext cx="5524348" cy="1225550"/>
          </a:xfrm>
          <a:prstGeom prst="roundRect">
            <a:avLst>
              <a:gd name="adj" fmla="val 5969"/>
            </a:avLst>
          </a:prstGeom>
          <a:solidFill>
            <a:srgbClr val="EF4444">
              <a:alpha val="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6760"/>
            <a:ext cx="552434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964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연구자 2명 (1주일)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63906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관련 개방형 연구 과제를 튜닝하여 성능 갭의 23% 회복에 그침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2016760"/>
            <a:ext cx="5524348" cy="1225550"/>
          </a:xfrm>
          <a:prstGeom prst="roundRect">
            <a:avLst>
              <a:gd name="adj" fmla="val 5969"/>
            </a:avLst>
          </a:prstGeom>
          <a:solidFill>
            <a:srgbClr val="10B981">
              <a:alpha val="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0148" y="2016760"/>
            <a:ext cx="552434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8748" y="219964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자율 에이전트 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8748" y="263906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수립·테스트 및 병렬 협업을 거쳐 800시간 작업 및 $18,000 비용으로 갭의 97% 회복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1663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9951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한계: 프로덕션 규모 모델로의 전이가 완벽하지 않았고, 초기 문제 설정과 평가 기준은 여전히 인간이 정했습니다.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1250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2-5. 연구 방향 판단 능력 (Research Steering)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연구 도중 판단이 필요한 갈림길 순간(n=129)을 추적해 다음 단계에 관한 모델의 조언 성공률을 추적했습니다.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1410"/>
            <a:ext cx="55700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9141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82850"/>
            <a:ext cx="5350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Opus 4.5 (2025.11)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775458"/>
            <a:ext cx="53506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실제 선택보다 더 나은 제안을 내놓은 비율: 51%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4428" y="2391410"/>
            <a:ext cx="55700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4428" y="239141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4156" y="2482850"/>
            <a:ext cx="5350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Mythos Preview (2026.04)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4156" y="2775458"/>
            <a:ext cx="53506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실제 선택보다 더 나은 제안을 내놓은 비율: 64%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3장: Anthropic의 미래 업무 형태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인간과 AI가 작성한 코드의 품질이 완전히 동등해지면, 인간은 직접 코드 작성을 멈추고 검토만 하게 될 것입니다. 하지만 AI의 생성 속도가 압도적일 경우 인간의 검토 자체가 병목이 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995680"/>
          </a:xfrm>
          <a:prstGeom prst="roundRect">
            <a:avLst>
              <a:gd name="adj" fmla="val 7347"/>
            </a:avLst>
          </a:prstGeom>
          <a:solidFill>
            <a:srgbClr val="D97757">
              <a:alpha val="88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365760" cy="62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4712" y="2203450"/>
            <a:ext cx="10381183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취향 (Research Taste)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4712" y="2574290"/>
            <a:ext cx="10381183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문제가 진정으로 중요한지, 어떤 결과를 신뢰할지, 언제 도전을 멈출지 결정하는 인간 고유의 영역이 최후의 보루가 될 것입니다.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4장: 우리가 틀렸다면? (What if we're wrong?)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연구 방향을 잡는 일에 한계가 있을 것이라 하더라도, 엔지니어 1인이 지휘할 수 있는 에이전트 규모가 커지는 것만으로도 복리 가속은 지속됩니다.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3029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3029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점진적 개선의 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9605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발전은 '유레카' 순간보다는 실험 확장, 원인 파악, 디버깅, 재수행의 반복이었으며, 이는 AI 에이전트가 가장 뛰어난 능력을 발휘하는 도메인입니다.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0091" y="202057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0091" y="202057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9819" y="213029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849819" y="213029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연구 취향의 자동화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49819" y="249605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불가능하다고 여겼던 '연구 취향(Taste)'마저도 결국 AI 시스템이 점차 배워서 해결할 또 하나의 능력일 가능성이 큽니다.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5장: 가능한 미래 시나리오 3가지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시나리오 1: 기술 정체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성장이 S-커브를 그리며 에너지·데이터 공급 한계로 정체됩니다. 그러나 현재의 AI 수준으로도 이미 고위험 취약점 만 개 이상을 잡아내는 등 산업의 큰 패러다임 변화를 낳고 있습니다.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0091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0091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9819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49819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시나리오 2: 복리 효율 증가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49819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개발이 대부분 자동화되지만 인간이 최종 방향타를 잡습니다. 100인 규모의 스타트업이 10만 명 규모의 빅테크가 내던 생산성을 구현해내는 형태입니다.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2982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2982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2710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32710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시나리오 3: 완전 자기개선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2710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손을 완전히 떠나 컴퓨팅 자원과 알고리즘 훈련 효율만으로 지능이 재귀적으로 폭발하는 영역입니다. 정렬(Alignment) 실패의 통제력 상실 문제가 핵심입니다.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6장: 우리는 무엇을 해야 하는가? (What should we do?)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인류가 준비할 시간을 벌기 위해 프론티어 AI 개발을 전체적으로 늦추는 선택을 할 수 있다면, 그것은 좋은 방향이 될 수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995680"/>
          </a:xfrm>
          <a:prstGeom prst="roundRect">
            <a:avLst>
              <a:gd name="adj" fmla="val 7347"/>
            </a:avLst>
          </a:prstGeom>
          <a:solidFill>
            <a:srgbClr val="D97757">
              <a:alpha val="88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365760" cy="62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4712" y="2203450"/>
            <a:ext cx="10381183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일시 중단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4712" y="2574290"/>
            <a:ext cx="10381183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주체들이 실제로 AI 훈련을 멈췄는지 투명하게 상호 검증할 수 있는 통제 수단 연구를 구축하는 한편, 다자간 합의 기반의 조정 창구를 빠르게 열어야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(메타 관점)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최초로 자신들의 내부 개발 지표와 생산성 지표를 공개한 진짜 의도는 단순 기술 소개가 아닙니다.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798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3가지 핵심 메시지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428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가속은 상상보다 실재하며, 재귀적 자기개선(RSI)은 과학 소설이 아닌 바로 지금 다가오고 있는 종착역입니다. 사회와 정치가 개입할 시간은 얼마 남지 않았습니다.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RSI 현실화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2874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6026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지표 증명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8549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1701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개입 촉구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2026-06-10T04:15:23Z</dcterms:created>
  <dcterms:modified xsi:type="dcterms:W3CDTF">2026-06-10T04:15:23Z</dcterms:modified>
</cp:coreProperties>
</file>