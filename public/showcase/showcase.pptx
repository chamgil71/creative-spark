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cols/bullet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A: 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columns-grid, compare-grid, plan-grid, level-grid, 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B: 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step-list, skill-list, chapter-list, faq-list, 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C: 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workflow-flow, git-flow, 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D: 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console-box, editor-box, network-box, 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E: 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compare-split, 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F: Banner &amp; 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part-banner, takeaway-banner, 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G: Interactive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245866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\n으로 구분하면 불릿 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|로 여러 항목 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배지·메모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 → · 구분; plan-grid에서 가격 배지로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 + SVG 불릿 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아이템별 불릿 기호 오버라이드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bullet: "✅" — color보다 우선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31336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키: featured는 plan-grid 추천 플랜 강조, alert-box는 선언부 tip·warn·success·danger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245614"/>
          </a:xfrm>
          <a:prstGeom prst="roundRect">
            <a:avLst>
              <a:gd name="adj" fmla="val 325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숏코드명 뒤에 공백으로 지정하며 복수 조합이 가능합니다.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0053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cols=N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 계열 5종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CSS 컬럼 수 강제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bullet=X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블록 기본 불릿 기호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2669794"/>
            <a:ext cx="10820095" cy="398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0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 bullet=✅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0814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2254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402254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64428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55868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🎞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255868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018041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09481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09481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"icon·title·desc·tag·meta·note·color·bullet"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icon·title·desc·tag·meta·note·color·bullet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 note가 하단 가격 배지로 표시됩니다.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level-grid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난이도, 단계, 도메인 스펙트럼 로드맵 등을 가로형 카드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level-grid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"GitHub Copilot 인라인"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"다음 줄 예측, Tab으로 수락"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"대화형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"Claude.ai, 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"요청 → 붙여넣기 →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"highlight"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자동완성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줄 예측, Tab으로 수락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대화형 생성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→ 붙여넣기 → 실행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검수 타이밍, 주요 체크포인트를 이모지와 가로 뱃지 형식으로 나열해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checkpoint-grid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"계획 수립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"방향이 맞는지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"1️⃣"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"1단계 완료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데이터 검증"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수립 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맞는지 확인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55868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1️⃣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55868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 후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255868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데이터 검증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 desc에 \n을 쓰면 불릿 목록이 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8219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8219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7487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자동화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9956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보고서와 제안서를 빠르게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64803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66174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66174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65443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연동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7911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시스템과 데이터를 연결합니다.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2758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74129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74129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3398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대시보드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75867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데이터를 시각화합니다.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64696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696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63964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바이브코딩이란?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66433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Karpathy 발언 배경 · 전통 코딩 vs 바이브코딩 · LLM 발전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71280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72651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72651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71920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코딩이란?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74388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계획→실행→수정 루프 · 레벨 1~5 스펙트럼 · 바이브코딩과 차이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9235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80606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80606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9875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대화: 프롬프트 설계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82344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명세 · 컨텍스트 주입 전략 · SKILL.md 재사용 지시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"v2.0.0"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29종 완비|bullet/color 개선"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"feature/shortcode-refactor"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812"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"bullet 블록 인자 추가|desc 멀티라인 통일"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29종 완비|bullet/color 개선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feature/shortcode-refactor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 블록 인자 추가|desc 멀티라인 통일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단계별 수행 과정 및 가로 흐름 다이어그램을 카드와 화살표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"사람"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"원하는 것 설명"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"🤖"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"결과물"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🧑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것 설명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063898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292498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2498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347362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347362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899197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7797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7797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182661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182661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scripts/build-guide.mjs md_src/showcase/showcase.md"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scripts/build-guide.mjs md_src/showcase/showcase.md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compare-diff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 vs Good, 변경 전후 1:1 대비를 전용 테두리 카드 레이아웃으로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compare-diff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"나쁜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"엑셀 자동화 코드 만들어줘."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"좋은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"Python으로 A열 날짜, B열 금액 합산 summary.xlsx 만드는 Pandas 코드 작성해줘."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EF4444">
              <a:alpha val="5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524348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프롬프트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자동화 코드 만들어줘.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0148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10B981">
              <a:alpha val="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0148" y="4605274"/>
            <a:ext cx="5524348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38748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프롬프트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38748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A열 날짜, B열 금액 합산 summary.xlsx 만드는 Pandas 코드 작성해줘.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3A5C">
              <a:alpha val="5000"/>
            </a:srgbClr>
          </a:solidFill>
          <a:ln w="9525">
            <a:solidFill>
              <a:srgbClr val="1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900674"/>
            <a:ext cx="5570068" cy="36576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이해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바이브코딩과 에이전트 코딩의 작동 원리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4A3A">
              <a:alpha val="5000"/>
            </a:srgbClr>
          </a:solidFill>
          <a:ln w="9525">
            <a:solidFill>
              <a:srgbClr val="1A4A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64428" y="5900674"/>
            <a:ext cx="5570068" cy="36576"/>
          </a:xfrm>
          <a:prstGeom prst="rect">
            <a:avLst/>
          </a:prstGeom>
          <a:solidFill>
            <a:srgbClr val="1A4A3A"/>
          </a:solidFill>
          <a:ln w="12700">
            <a:solidFill>
              <a:srgbClr val="1A4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4156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대화하는 법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74156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설계부터 복잡한 작업 위임까지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takeaway-banner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takeaway-banner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요약 및 테이크어웨이 메시지를 그라데이션 프리미엄 배너 형태로 감싸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takeaway-banner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"Key Takeaway"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"바이브코딩은 문법 암기가 아닌, 원하는 바를 논리적 자연어로 설명하는 역량이 본질입니다."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10A37F">
              <a:alpha val="88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24712" y="4572254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Takeaway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24712" y="4943094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바이브코딩은 문법 암기가 아닌, 원하는 바를 논리적 자연어로 설명하는 역량이 본질입니다.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수치를 가로 격자 형태로 요약 노출하는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"Standard Keys"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"Output Formats"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 Shortcodes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262018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2018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53458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353458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Standard Keys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066837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66837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58277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8158277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Formats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desc 다중 줄 불릿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89500"/>
          </a:xfrm>
          <a:prstGeom prst="roundRect">
            <a:avLst>
              <a:gd name="adj" fmla="val 149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desc에 \n(YAML 멀티라인 |)으로 줄을 나누면 자동으로 불릿 목록이 됩니다. 줄 앞에 이모지를 쓰면 그 이모지가 불릿으로 사용됩니다.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"기본 불릿 (SVG 체크)"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세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"이모지 불릿"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📌 참고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"표준 마커 → SVG로 변환"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• 불릿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61696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63068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3068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62336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불릿 (SVG 체크)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64805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항목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69651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71023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71023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70291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이모지 불릿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72760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참고 항목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7760716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789787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78978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42416" y="7824724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마커 → SVG로 변환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42416" y="8071612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불릿 기호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bullet 필드 — 아이템별 불릿 오버라이드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아이템의 bullet: 필드로 해당 카드의 불릿 기호만 바꿀 수 있습니다.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"고속 처리"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"대용량 파일도 빠르게 처리\n병렬 처리 지원\n메모리 최적화"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강화"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"엔드투엔드 암호화\n접근 권한 관리\n감사 로그 제공"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0114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0114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49382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고속 처리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51851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파일도 빠르게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처리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최적화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7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58069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8069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57337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강화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59806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엔드투엔드 암호화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권한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제공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bullet= 블록 인자 — 블록 전체 불릿 지정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bullet=X 블록 인자로 블록 안 모든 아이템의 기본 불릿을 한 번에 지정합니다. 아이템 bullet: 필드가 있으면 그쪽이 우선합니다.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 bullet=✅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생성\n버전 관리\n다국어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"🔧"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"CI/CD 통합\n테스트 자동화\n배포 스크립트"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모니터링\n대시보드\n알림 설정"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 지원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62018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3458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53458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53458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CI/CD 통합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자동화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스크립트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66837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8277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58277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58277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모니터링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설정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color — 카드 강조 + SVG 불릿 색 동시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color: 필드는 카드 테두리·배경과 함께 SVG 불릿 색상도 동시에 제어합니다.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"원클릭 배포\n자동 롤백\n무중단 업데이트"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"🛡️"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우선"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인증서\n방화벽 내장\n취약점 스캔"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"#E11D48"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874260"/>
            <a:ext cx="557006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빠른 배포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배포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롤백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무중단 업데이트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4428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4428" y="4874260"/>
            <a:ext cx="5570068" cy="3657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4156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보안 우선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74156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인증서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방화벽 내장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취약점 스캔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2026-06-10T01:49:40Z</dcterms:created>
  <dcterms:modified xsi:type="dcterms:W3CDTF">2026-06-10T01:49:40Z</dcterms:modified>
</cp:coreProperties>
</file>