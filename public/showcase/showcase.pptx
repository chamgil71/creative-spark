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03120"/>
            <a:ext cx="164592" cy="155448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8200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 숏코드 쇼케이스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등록된 숏코드의 입력 문법과 HTML/PPTX 구현 결과를 함께 확인하는 레퍼런스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24종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숏코드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7744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 키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4048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변환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0352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cols=N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0352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단수 제어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지원 숏코드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카드/그리드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icon-grid, feature-grid, badge-grid, stat-grid, columns-grid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도구/기능 소개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tool-box, skill-list, bottom-list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절차/흐름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workflow-strip, step-list, git-flow-strip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비교/플랜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compare-grid, compare-split, plan-grid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알림/명령/콘솔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alert-box, cmd-box, console-box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인터랙션/목록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os-tabs, faq-list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특화 시각화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editor-box, network-box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표준 입력 키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989834"/>
          </a:xfrm>
          <a:prstGeom prst="roundRect">
            <a:avLst>
              <a:gd name="adj" fmla="val 24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아이콘, 수치, 짧은 시각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이모지 또는 짧은 문자열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title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카드/항목 제목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필수에 가까운 기본 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또는 코드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줄은 `desc: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tag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배지, 상태, 언어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플랜명, 추천, OS명 등에 사용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목록, 칩, 피처 리스트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`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color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개별 강조색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Hex 색상 권장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노트, 결론, CTA 배지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compare-grid, columns-grid, compare-split, plan-grid에서 특히 유효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357530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숏코드별 예약 키도 일부 존재합니다. featured는 plan-grid의 추천 플랜 강조에 사용하고, alert-box는 선언부의 tip, warn, success, danger 타입을 읽습니다.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 중심의 기본 카드 그리드. 핵심 기능, 사용 사례, 장점 목록에 적합합니다.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"반복 작업을 줄이고 결과물을 빠르게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"🎨"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"쉬운 디자인"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"템플릿과 프리셋으로 초보자도 보기 좋은 결과를 만들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"팀 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"링크 공유와 댓글로 팀 작업을 이어갈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작업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작업을 줄이고 결과물을 빠르게 만듭니다.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262018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53458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353458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디자인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353458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템플릿과 프리셋으로 초보자도 보기 좋은 결과를 만들 수 있습니다.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6837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8277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158277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협업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158277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공유와 댓글로 팀 작업을 이어갈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feature-grid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상단 태그와 제목이 강조되는 설명형 기능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"핵심"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자료를 바탕으로 초안, 편집, 요약을 자동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"템플릿 활용"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"자주 쓰는 형식을 저장해 같은 품질의 결과물을 반복 제작합니다."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"링크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"공유"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"완성된 결과를 링크나 파일로 공유하고 피드백을 받을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980174"/>
            <a:ext cx="366765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66928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 AI 자동화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자료를 바탕으로 초안, 편집, 요약을 자동 생성합니다.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262018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6980174"/>
            <a:ext cx="366765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71746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371746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템플릿 활용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371746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형식을 저장해 같은 품질의 결과물을 반복 제작합니다.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066837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6980174"/>
            <a:ext cx="3667658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176565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🔗 링크 배포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176565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결과를 링크나 파일로 공유하고 피드백을 받을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badge-grid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badge-grid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서비스/기능 배지를 조밀하게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badge-grid cols=4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"🧪"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"테스트"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"Vitest"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"📦"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"🎞"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"슬라이드"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"웹"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수치와 짧은 설명을 강조하는 통계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stat-grid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"21종"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"숏코드"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"현재 빌더가 렌더링하는 컴포넌트 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"출력"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"HTML과 PPTX를 같은 MD에서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"6개"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"표준 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"icon, title, desc, tag, meta, color"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21종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빌더가 렌더링하는 컴포넌트 수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262018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53458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2종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4353458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353458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HTML과 PPTX를 같은 MD에서 생성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066837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58277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158277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158277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icon, title, desc, tag, meta, color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색상 헤더와 피처 목록을 가진 도구 소개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tool-box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"OpenAI의 대화형 AI 어시스턴트"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"무료/Pro"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"텍스트 생성|파일 분석|이미지 생성|코드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"#10A37F"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"💻"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"Cursor"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"AI 코드 에디터"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"코드베이스 인덱싱|멀티 파일 편집|자동완성"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"#2563EB"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1883664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972554"/>
            <a:ext cx="11277295" cy="9144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3504" y="6332474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33856" y="6423914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ChatGPT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33856" y="6698234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OpenAI의 대화형 AI 어시스턴트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655503" y="659765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무료/Pro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31520" y="717372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텍스트 생성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31520" y="739317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파일 분석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7612634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이미지 생성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31520" y="7832090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 실행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57200" y="8353298"/>
            <a:ext cx="11277295" cy="1664208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8353298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8993378"/>
            <a:ext cx="11277295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3504" y="8353298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1133856" y="8444738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Cursor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133856" y="8719058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코드 에디터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655503" y="861847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31520" y="9194546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코드베이스 인덱싱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1520" y="941400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멀티 파일 편집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1520" y="963345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자동완성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workflow-strip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workflow-strip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아이콘과 화살표로 이어지는 가로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workflow-strip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"아이디어"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"요구사항 정리"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"초안"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"AI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"검토"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"사람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"HTML/PPTX"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💡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12064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아이디어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12064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정리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105074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333674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33674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388538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388538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81548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10148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10148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265012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265012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확인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858021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086621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086621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📤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9141485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141485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번호가 붙는 세로 단계 리스트입니다.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"MD 작성"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키와 숏코드로 콘텐츠를 작성합니다."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"build-guide.mjs로 가이드 HTML을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"md-to-pptx.mjs로 발표 자료를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1742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1742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51010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 작성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53479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키와 숏코드로 콘텐츠를 작성합니다.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58326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59697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59697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58966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빌드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61434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build-guide.mjs로 가이드 HTML을 생성합니다.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66281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67652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7652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66921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빌드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69390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md-to-pptx.mjs로 발표 자료를 생성합니다.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선택지를 카드로 비교합니다. note가 있으면 하단 노트로 우선 표시하고, 없으면 meta를 노트처럼 표시합니다.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"수동 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"표현 자유도는 높지만 유지보수와 PPTX 변환이 어렵습니다."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"디자인 고정이 필요한 특수 페이지에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"#EF4444"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"숏코드 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입력만으로 HTML과 PPTX를 동시에 생성할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"가이드와 교육 자료에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EF4444">
              <a:alpha val="5000"/>
            </a:srgbClr>
          </a:solidFill>
          <a:ln w="9525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5570068" cy="365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HTML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자유도는 높지만 유지보수와 PPTX 변환이 어렵습니다.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고정이 필요한 특수 페이지에 적합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64428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64428" y="5468874"/>
            <a:ext cx="557006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74156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274156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입력만으로 HTML과 PPTX를 동시에 생성할 수 있습니다.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274156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4156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가이드와 교육 자료에 적합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484114"/>
          </a:xfrm>
          <a:prstGeom prst="roundRect">
            <a:avLst>
              <a:gd name="adj" fmla="val 133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요금제, 모델 등급, 옵션 비교에 쓰는 플랜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plan-grid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"Free"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"기본 기능|일일 제한|커뮤니티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"지금 시작"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"추천"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"무제한 사용|고급 기능|우선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"$20 / 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featured: "true"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"Team"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"권한 관리|공유 워크스페이스|관리자 콘솔"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"문의"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66928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66928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기본 기능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66928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일일 제한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66928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커뮤니티 지원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시작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262018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6366F1">
              <a:alpha val="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62018" y="6764274"/>
            <a:ext cx="3667658" cy="457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71746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371746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4371746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371746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무제한 사용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371746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고급 기능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371746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우선 지원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371746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371746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$20 / 월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8066837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66837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565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176565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8176565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8176565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권한 관리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176565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공유 워크스페이스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8176565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관리자 콘솔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176565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76565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skill-list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기능이나 역량을 행 형태로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"보고서와 제안서를 빠르게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"API 연동"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"기존 시스템과 데이터를 연결합니다."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 대시보드"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데이터를 시각화합니다."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columns-grid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columns-grid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본문, 짧은 코드, 체크 항목을 균등한 다단 카드로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columns-grid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"웹 가이드로 바로 열람합니다."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templates/build-guide.mjs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"발표 슬라이드로 변환합니다."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scripts/md-to-pptx.mjs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"전체 가이드를 단일 HTML로 묶습니다."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"npm run build:standalone"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6928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가이드로 바로 열람합니다.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66928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603504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templates/build-guide.mjs guide.md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40091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40091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849819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2849819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PPTX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849819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슬라이드로 변환합니다.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2849819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24" name="Text 21"/>
          <p:cNvSpPr/>
          <p:nvPr/>
        </p:nvSpPr>
        <p:spPr>
          <a:xfrm>
            <a:off x="2886395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scripts/md-to-pptx.mjs guide.md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5022982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022982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132710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5132710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Standalone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132710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가이드를 단일 HTML로 묶습니다.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132710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31" name="Text 28"/>
          <p:cNvSpPr/>
          <p:nvPr/>
        </p:nvSpPr>
        <p:spPr>
          <a:xfrm>
            <a:off x="5169286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build:standalone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bottom-list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bottom-list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아래에 여러 칩을 붙이는 요약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bottom-list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"핵심 요약"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"숏코드 MD는 콘텐츠와 표현을 분리하여 반복 제작을 쉽게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자동 생성|PPTX 자동 생성|표준 키 사용|재사용 가능"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798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5800" y="501167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MD는 콘텐츠와 표현을 분리하여 반복 제작을 쉽게 만듭니다.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0352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자동 생성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303956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77108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자동 생성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50712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23864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 사용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997467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070619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가능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compare-split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compare-split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before/after 또는 양자 비교를 2열로 강조합니다.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compare-split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"Before"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직접 편집|디자인은 자유롭지만 유지보수 어려움"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"수동 관리"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"After"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입력|HTML/PPTX 동시 생성|재사용 쉬움"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"자동 파이프라인"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E6F4F0"/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037074"/>
            <a:ext cx="552434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85800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 직접 편집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디자인은 자유롭지만 유지보수 어려움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85800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관리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210148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10148" y="5037074"/>
            <a:ext cx="5524348" cy="4572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38748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438748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숏코드 입력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38748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HTML/PPTX 동시 생성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38748" y="622579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재사용 쉬움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438748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38748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파이프라인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alert-box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972814"/>
          </a:xfrm>
          <a:prstGeom prst="roundRect">
            <a:avLst>
              <a:gd name="adj" fmla="val 184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tip, warn, success, danger 타입을 가진 알림 박스입니다.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1259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034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tip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"작성 팁"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"긴 본문은 desc: | 멀티라인 블록으로 작성하세요."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warn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"주의"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"들여쓰기가 틀어지면 숏코드 파서가 항목을 잘못 읽을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25297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0FDF4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252974"/>
            <a:ext cx="73152" cy="97409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" y="543585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팁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1792" y="580669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본문은 desc: | 멀티라인 블록으로 작성하세요.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650138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FFBE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6501384"/>
            <a:ext cx="73152" cy="97409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668426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21792" y="705510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들여쓰기가 틀어지면 숏코드 파서가 항목을 잘못 읽을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cmd-box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cmd-box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 버튼이 있는 터미널 명령어 블록입니다.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cmd-box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"bash"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"node templates/build-guide.mjs md_src/showcase/showcase.md public/showcase/showcase.html"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746252"/>
          </a:xfrm>
          <a:prstGeom prst="roundRect">
            <a:avLst>
              <a:gd name="adj" fmla="val 9803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3893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3893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 빌드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43893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4736846"/>
            <a:ext cx="11057839" cy="353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templates/build-guide.mjs md_src/showcase/showcase.md public/showcase/showcase.html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os-tabs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버튼으로 여러 설치법이나 플랫폼별 설명을 전환합니다.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os-tabs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"macOS"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터미널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```bash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brew install node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"Windows"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PowerShell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```powershell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winget install OpenJS.NodeJS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61593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633247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macOS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85800" y="674395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터미널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```bash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brew install node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721004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7200" y="721004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749350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721004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85800" y="762152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PowerShell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```powershell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winget install OpenJS.NodeJS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faq-list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클릭해 펼치는 FAQ 아코디언입니다.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faq-list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변환도 같은 MD를 쓰나요?"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"네. 같은 숏코드 입력을 HTML과 PPTX 렌더러가 함께 사용합니다."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"HTML을 직접 넣어야 하나요?"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"아니요. 쇼케이스와 가이드는 숏코드 문법으로 작성하는 것이 원칙입니다."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66013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PPTX 변환도 같은 MD를 쓰나요?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05383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네. 같은 숏코드 입력을 HTML과 PPTX 렌더러가 함께 사용합니다.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537362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537362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542848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HTML을 직접 넣어야 하나요?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66928" y="582218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아니요. 쇼케이스와 가이드는 숏코드 문법으로 작성하는 것이 원칙입니다.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console-box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41014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console-box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프롬프트나 콘솔 출력 예시를 어두운 박스로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694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602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console-box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"가이드 생성 요청"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마지막에는 faq-list를 넣어줘.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821174"/>
            <a:ext cx="11277295" cy="952500"/>
          </a:xfrm>
          <a:prstGeom prst="roundRect">
            <a:avLst>
              <a:gd name="adj" fmla="val 7680"/>
            </a:avLst>
          </a:prstGeom>
          <a:solidFill>
            <a:srgbClr val="0F172A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821174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0040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8B2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가이드 생성 요청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5374894"/>
            <a:ext cx="10820095" cy="2616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마지막에는 faq-list를 넣어줘.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git-flow-strip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git-flow-strip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브랜치 라인과 커밋 라벨을 가진 Git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git-flow-strip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"main"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"v1.1.0"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"쇼케이스 MD 정리|HTML/PPTX 변환 통과"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"feature/restore-md"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"Commit 701"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"원본 콘텐츠 복원|신형 숏코드 반영"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10B981">
              <a:alpha val="10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2064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12064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쇼케이스 MD 정리|HTML/PPTX 변환 통과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981548" y="58026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0148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3B82F6">
              <a:alpha val="10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65012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feature/restore-md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65012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콘텐츠 복원|신형 숏코드 반영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editor-box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editor-box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VS Code 느낌의 코드 편집기 시뮬레이션입니다.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editor-box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"build-guide.mjs"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"javascript"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11277295" cy="1609852"/>
          </a:xfrm>
          <a:prstGeom prst="roundRect">
            <a:avLst>
              <a:gd name="adj" fmla="val 4544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4688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build-guide.mjs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54688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5816346"/>
            <a:ext cx="11057839" cy="12166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network-box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36414"/>
          </a:xfrm>
          <a:prstGeom prst="roundRect">
            <a:avLst>
              <a:gd name="adj" fmla="val 151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network-box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 노드와 주변 노드가 떠 있는 지식 그래프 시각화입니다.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9895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898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network-box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"Creative Spark"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"#EC4899"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"build-guide"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"md-to-pptx"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"Markdown"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"shortcode"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EC4899">
              <a:alpha val="5000"/>
            </a:srgbClr>
          </a:solidFill>
          <a:ln w="9525">
            <a:solidFill>
              <a:srgbClr val="EC489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116574"/>
            <a:ext cx="2716454" cy="3657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10814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0814" y="6116574"/>
            <a:ext cx="2716454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0542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20542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420542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164428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3B82F6">
              <a:alpha val="5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64428" y="6116574"/>
            <a:ext cx="2716454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74156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274156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74156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9018041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59E0B">
              <a:alpha val="5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18041" y="6116574"/>
            <a:ext cx="2716454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27769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Markdown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127769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27769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shortcode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part-deck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620514"/>
          </a:xfrm>
          <a:prstGeom prst="roundRect">
            <a:avLst>
              <a:gd name="adj" fmla="val 15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part-deck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시리즈 가이드북 등 목차용 대단원(부, Part)을 알리는 헤더 숏코드입니다. HSL 브랜드 컬러가 다이내믹하게 적용됩니다.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7736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682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part-deck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"개념 이해"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"바이브코딩과 에이전트 코딩의 작동 원리"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"Ch.01–03"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"#1a3a5c"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"AI와 대화하는 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"프롬프트 설계부터 복잡한 작업 위임까지"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"Ch.04–05"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"#1a4a3a"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chapter-list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 목차 및 챕터 리스트 숏코드입니다. 챕터 번호와 뱃지 속성에 따라 이쁜 HSL 배지 색상이 자동 매핑됩니다.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chapter-list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"바이브코딩이란?"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"Karpathy 발언 배경 · 전통 코딩 vs 바이브코딩 · LLM 발전"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"에이전트 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"계획→실행→수정 루프 · 레벨 1~5 스펙트럼 · 바이브코딩과 차이"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"첫 대화: 프롬프트 설계"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"요구사항 명세 · 컨텍스트 주입 전략 · SKILL.md 재사용 지시"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git-flow-strip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git-flow-strip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브랜치 라인과 커밋 라벨을 가진 Git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git-flow-strip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"main"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"v1.1.0"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"쇼케이스 MD 정리|HTML/PPTX 변환 통과"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"feature/restore-md"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"Commit 701"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"원본 콘텐츠 복원|신형 숏코드 반영"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10B981">
              <a:alpha val="10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2064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12064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쇼케이스 MD 정리|HTML/PPTX 변환 통과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981548" y="58026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0148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3B82F6">
              <a:alpha val="10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65012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feature/restore-md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65012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콘텐츠 복원|신형 숏코드 반영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editor-box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editor-box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VS Code 느낌의 코드 편집기 시뮬레이션입니다.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editor-box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"build-guide.mjs"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"javascript"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11277295" cy="1609852"/>
          </a:xfrm>
          <a:prstGeom prst="roundRect">
            <a:avLst>
              <a:gd name="adj" fmla="val 4544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4688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build-guide.mjs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54688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5816346"/>
            <a:ext cx="11057839" cy="12166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network-box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36414"/>
          </a:xfrm>
          <a:prstGeom prst="roundRect">
            <a:avLst>
              <a:gd name="adj" fmla="val 151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network-box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 노드와 주변 노드가 떠 있는 지식 그래프 시각화입니다.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9895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898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network-box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"Creative Spark"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"#EC4899"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"build-guide"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"md-to-pptx"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"Markdown"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"shortcode"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EC4899">
              <a:alpha val="5000"/>
            </a:srgbClr>
          </a:solidFill>
          <a:ln w="9525">
            <a:solidFill>
              <a:srgbClr val="EC489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116574"/>
            <a:ext cx="2716454" cy="3657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10814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0814" y="6116574"/>
            <a:ext cx="2716454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0542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20542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420542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164428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3B82F6">
              <a:alpha val="5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64428" y="6116574"/>
            <a:ext cx="2716454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74156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274156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74156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9018041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59E0B">
              <a:alpha val="5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18041" y="6116574"/>
            <a:ext cx="2716454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27769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Markdown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127769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27769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shortcode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part-deck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620514"/>
          </a:xfrm>
          <a:prstGeom prst="roundRect">
            <a:avLst>
              <a:gd name="adj" fmla="val 15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part-deck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시리즈 가이드북 등 목차용 대단원(부, Part)을 알리는 헤더 숏코드입니다. HSL 브랜드 컬러가 다이내믹하게 적용됩니다.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7736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682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part-deck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"개념 이해"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"바이브코딩과 에이전트 코딩의 작동 원리"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"Ch.01–03"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"#1a3a5c"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"AI와 대화하는 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"프롬프트 설계부터 복잡한 작업 위임까지"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"Ch.04–05"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"#1a4a3a"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chapter-list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 목차 및 챕터 리스트 숏코드입니다. 챕터 번호와 뱃지 속성에 따라 이쁜 HSL 배지 색상이 자동 매핑됩니다.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chapter-list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"바이브코딩이란?"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"Karpathy 발언 배경 · 전통 코딩 vs 바이브코딩 · LLM 발전"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"에이전트 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"계획→실행→수정 루프 · 레벨 1~5 스펙트럼 · 바이브코딩과 차이"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"첫 대화: 프롬프트 설계"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"요구사항 명세 · 컨텍스트 주입 전략 · SKILL.md 재사용 지시"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summary-bar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summary-bar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문서들의 통계, 주요 수치 등을 가로 격자 형태로 요약 노출해 주는 수치 뱃지 숏코드입니다.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summary-bar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"Total Chapters"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"Parts"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"24종"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"Support Shortcodes"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단계별 수행 과정 및 가로 흐름 다이어그램을 카드와 화살표 그리드로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"사람"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"원하는 것 설명"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"active"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"🤖"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"코드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"결과물"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"active"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level-grid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난이도, 단계, 도메인 스펙트럼 로드맵 등을 가로형 카드 그리드로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level-grid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"LEVEL 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"코드 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"GitHub Copilot 인라인"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"다음 줄 예측, Tab으로 수락"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"LEVEL 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"대화형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"Claude.ai, 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"요청 → 붙여넣기 →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"highlight"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검수 타이밍, 주요 체크포인트를 이모지와 가로 뱃지 형식으로 나열해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checkpoint-grid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"계획 수립 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"방향이 맞는지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"1️⃣"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"1단계 완료 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데이터 검증"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compare-before-after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compare-before-after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Bad vs Good, 변경 전후 1:1 대비를 우아한 전용 테두리 카드 레이아웃으로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compare-before-after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"나쁜 프롬프트"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"엑셀 자동화 코드 만들어줘."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"좋은 프롬프트"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"Python으로 A열 날짜, B열 금액 합산 summary.xlsx 만드는 Pandas 코드 작성해줘."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takeaway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takeaway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요약 및 테이크어웨이 메시지를 그라데이션이 들어간 프리미엄 배너 형태로 감싸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takeaway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"Key Takeaway"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"바이브코딩은 문법 암기가 아닌, 원하는 바를 논리적 자연어로 설명하는 역량이 본질입니다."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2026-05-28T07:11:45Z</dcterms:created>
  <dcterms:modified xsi:type="dcterms:W3CDTF">2026-05-28T07:11:45Z</dcterms:modified>
</cp:coreProperties>
</file>