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29종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숏코드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5176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8개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65176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입력 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38912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HTML/PPTX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38912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동시 변환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12648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cols/bullet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12648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인자 제어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A: 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B: 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C: 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D: 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E: Split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compare-split, compare-diff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F: Banner &amp; Bar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G: Interactive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os-tabs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카드/항목 제목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필수에 가까운 기본 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desc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설명 또는 코드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tag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배지, 상태, 언어 라벨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meta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|로 여러 항목 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note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하단 배지·메모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Hex 색상 권장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cols=N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grid 계열 5종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CSS 컬럼 수 강제 지정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bullet=X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3444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93852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62018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3458" y="123444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353458" y="164592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53458" y="193852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66837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58277" y="123444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58277" y="164592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58277" y="193852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feature-grid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feature-grid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2527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2527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66928" y="1472184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1783080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2018" y="1143000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2018" y="1143000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1746" y="12527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1746" y="12527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371746" y="1472184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71746" y="1783080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66837" y="1143000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66837" y="1143000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6565" y="12527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6565" y="12527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176565" y="1472184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176565" y="1783080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badge-grid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814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2254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02254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64428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5868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255868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18041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09481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09481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52728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709928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947672"/>
            <a:ext cx="3484778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빌더가 렌더링하는 컴포넌트 수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262018" y="1143000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62018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53458" y="1252728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2종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353458" y="1709928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53458" y="1947672"/>
            <a:ext cx="3484778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HTML과 PPTX를 같은 MD에서 생성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8066837" y="1143000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6837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8277" y="1252728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8개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158277" y="1709928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키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158277" y="1947672"/>
            <a:ext cx="3484778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icon·title·desc·tag·meta·note·color·bullet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columns-grid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columns-grid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252728"/>
            <a:ext cx="3448202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252728"/>
            <a:ext cx="344820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1618488"/>
            <a:ext cx="344820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가이드로 바로 열람합니다.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3448202" cy="274320"/>
          </a:xfrm>
          <a:prstGeom prst="roundRect">
            <a:avLst>
              <a:gd name="adj" fmla="val 13333"/>
            </a:avLst>
          </a:prstGeom>
          <a:solidFill>
            <a:srgbClr val="10A37F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901952"/>
            <a:ext cx="33750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 scripts/build-guide.mjs guide.md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262018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62018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1746" y="1252728"/>
            <a:ext cx="3448202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371746" y="1252728"/>
            <a:ext cx="344820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71746" y="1618488"/>
            <a:ext cx="344820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슬라이드로 변환합니다.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1746" y="1901952"/>
            <a:ext cx="3448202" cy="274320"/>
          </a:xfrm>
          <a:prstGeom prst="roundRect">
            <a:avLst>
              <a:gd name="adj" fmla="val 13333"/>
            </a:avLst>
          </a:prstGeom>
          <a:solidFill>
            <a:srgbClr val="10A37F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1901952"/>
            <a:ext cx="33750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 scripts/md-to-pptx.mjs guide.md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66837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66837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6565" y="1252728"/>
            <a:ext cx="3448202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8176565" y="1252728"/>
            <a:ext cx="344820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Standalone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176565" y="1618488"/>
            <a:ext cx="344820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가이드를 단일 HTML로 묶습니다.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176565" y="1901952"/>
            <a:ext cx="3448202" cy="274320"/>
          </a:xfrm>
          <a:prstGeom prst="roundRect">
            <a:avLst>
              <a:gd name="adj" fmla="val 13333"/>
            </a:avLst>
          </a:prstGeom>
          <a:solidFill>
            <a:srgbClr val="10A37F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3141" y="1901952"/>
            <a:ext cx="33750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npm run build:standalone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EF4444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디자인 고정이 필요한 특수 페이지에 적합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64428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64428" y="1143000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4156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74156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4156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0732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가이드와 교육 자료에 적합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plan-grid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2002536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32588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3258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189280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14884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2404872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2743200"/>
            <a:ext cx="3448202" cy="219456"/>
          </a:xfrm>
          <a:prstGeom prst="roundRect">
            <a:avLst>
              <a:gd name="adj" fmla="val 16667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43200"/>
            <a:ext cx="344820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62018" y="1143000"/>
            <a:ext cx="3667658" cy="2002536"/>
          </a:xfrm>
          <a:prstGeom prst="roundRect">
            <a:avLst>
              <a:gd name="adj" fmla="val 3653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2018" y="1143000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1746" y="132588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1746" y="13258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추천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371746" y="160020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371746" y="189280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71746" y="214884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71746" y="2404872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1746" y="2743200"/>
            <a:ext cx="3448202" cy="219456"/>
          </a:xfrm>
          <a:prstGeom prst="roundRect">
            <a:avLst>
              <a:gd name="adj" fmla="val 16667"/>
            </a:avLst>
          </a:prstGeom>
          <a:solidFill>
            <a:srgbClr val="6366F1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71746" y="2743200"/>
            <a:ext cx="344820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366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$20 / 월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66837" y="1143000"/>
            <a:ext cx="3667658" cy="2002536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66837" y="1143000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76565" y="132588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76565" y="13258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76565" y="160020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176565" y="189280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176565" y="214884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76565" y="2404872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76565" y="2743200"/>
            <a:ext cx="3448202" cy="219456"/>
          </a:xfrm>
          <a:prstGeom prst="roundRect">
            <a:avLst>
              <a:gd name="adj" fmla="val 16667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76565" y="2743200"/>
            <a:ext cx="344820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level-grid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다음 줄 예측, Tab으로 수락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64428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64428" y="1143000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4156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 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74156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4156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0732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요청 → 붙여넣기 → 실행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checkpoint-grid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39994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32602"/>
            <a:ext cx="538718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39994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32602"/>
            <a:ext cx="538718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키와 숏코드로 콘텐츠를 작성합니다.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build-guide.mjs로 가이드 HTML을 생성합니다.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md-to-pptx.mjs로 발표 자료를 생성합니다.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보고서와 제안서를 빠르게 생성합니다.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시스템과 데이터를 연결합니다.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데이터를 시각화합니다.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chapter-list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Karpathy 발언 배경 · 전통 코딩 vs 바이브코딩 · LLM 발전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계획→실행→수정 루프 · 레벨 1~5 스펙트럼 · 바이브코딩과 차이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요구사항 명세 · 컨텍스트 주입 전략 · SKILL.md 재사용 지시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faq-list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4660138"/>
            <a:ext cx="11048695" cy="393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94360" y="5053838"/>
            <a:ext cx="11048695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5428488"/>
            <a:ext cx="11048695" cy="393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94360" y="5822188"/>
            <a:ext cx="11048695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011680" cy="1810512"/>
          </a:xfrm>
          <a:prstGeom prst="roundRect">
            <a:avLst>
              <a:gd name="adj" fmla="val 404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95728" y="1143000"/>
            <a:ext cx="73152" cy="1810512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14300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42416" y="1252728"/>
            <a:ext cx="1335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ChatGPT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1664208"/>
            <a:ext cx="1737360" cy="182880"/>
          </a:xfrm>
          <a:prstGeom prst="roundRect">
            <a:avLst>
              <a:gd name="adj" fmla="val 2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6420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무료/Pro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697480" y="1271016"/>
            <a:ext cx="88998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OpenAI의 대화형 AI 어시스턴트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1581912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텍스트 생성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97480" y="1783080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파일 분석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97480" y="1984248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이미지 생성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97480" y="2185416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코드 실행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090672"/>
            <a:ext cx="11277295" cy="160934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090672"/>
            <a:ext cx="2011680" cy="1609344"/>
          </a:xfrm>
          <a:prstGeom prst="roundRect">
            <a:avLst>
              <a:gd name="adj" fmla="val 4545"/>
            </a:avLst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95728" y="3090672"/>
            <a:ext cx="73152" cy="1609344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090672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42416" y="3200400"/>
            <a:ext cx="1335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Cursor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3611880"/>
            <a:ext cx="1737360" cy="182880"/>
          </a:xfrm>
          <a:prstGeom prst="roundRect">
            <a:avLst>
              <a:gd name="adj" fmla="val 2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611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97480" y="3218688"/>
            <a:ext cx="88998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코드 에디터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97480" y="3529584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코드베이스 인덱싱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697480" y="3730752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멀티 파일 편집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697480" y="3931920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자동완성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workflow-flow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05074" y="14767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33674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3674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3674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8538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8538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81548" y="14767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0148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0148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0148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5012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65012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58021" y="14767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086621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86621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86621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1485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1485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34874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10B981">
              <a:alpha val="8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487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11680" y="1563624"/>
            <a:ext cx="9494215" cy="27432"/>
          </a:xfrm>
          <a:prstGeom prst="rect">
            <a:avLst/>
          </a:prstGeom>
          <a:solidFill>
            <a:srgbClr val="10B981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1485900"/>
            <a:ext cx="182880" cy="182880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6870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29종 완비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645920" y="12298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45920" y="12298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v2.0.0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8341157" y="1485900"/>
            <a:ext cx="182880" cy="182880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83957" y="16870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bullet/color 개선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1127729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3545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3B82F6">
              <a:alpha val="8000"/>
            </a:srgbClr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45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feature/shortcode-refactor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011680" y="2569464"/>
            <a:ext cx="9494215" cy="27432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0" y="2491740"/>
            <a:ext cx="182880" cy="18288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54480" y="269290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블록 인자 추가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645920" y="22357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45920" y="22357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Commit 812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341157" y="2491740"/>
            <a:ext cx="182880" cy="18288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83957" y="269290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 멀티라인 통일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step-flow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1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0669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16152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" y="1527048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783080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63898" y="16139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2498" y="1143000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2498" y="1143000"/>
            <a:ext cx="360669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2498" y="1216152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7362" y="1527048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47362" y="1783080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9197" y="16139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27797" y="1143000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1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7797" y="1143000"/>
            <a:ext cx="360669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27797" y="1216152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82661" y="1527048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82661" y="1783080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alert-box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256032" cy="974090"/>
          </a:xfrm>
          <a:prstGeom prst="roundRect">
            <a:avLst>
              <a:gd name="adj" fmla="val 28571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0352" y="5252974"/>
            <a:ext cx="182880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5435854"/>
            <a:ext cx="11039551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58368" y="5806694"/>
            <a:ext cx="1103955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alert-box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56032" cy="974090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143000"/>
            <a:ext cx="182880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25880"/>
            <a:ext cx="11039551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696720"/>
            <a:ext cx="1103955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cmd-box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4636262"/>
            <a:ext cx="11277295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94360" y="4736846"/>
            <a:ext cx="11002975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console-box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editor-box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11277295" cy="320040"/>
          </a:xfrm>
          <a:prstGeom prst="roundRect">
            <a:avLst>
              <a:gd name="adj" fmla="val 22857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89888"/>
            <a:ext cx="11277295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266444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" y="126644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126644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114300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 (javascript)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463040"/>
            <a:ext cx="411480" cy="1143000"/>
          </a:xfrm>
          <a:prstGeom prst="rect">
            <a:avLst/>
          </a:prstGeom>
          <a:solidFill>
            <a:srgbClr val="0D132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572768"/>
            <a:ext cx="320040" cy="96012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05840" y="1572768"/>
            <a:ext cx="1063721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network-box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network-box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606040"/>
            <a:ext cx="-2560320" cy="-64008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095848" y="2606040"/>
            <a:ext cx="2560320" cy="-640080"/>
          </a:xfrm>
          <a:prstGeom prst="line">
            <a:avLst/>
          </a:prstGeom>
          <a:noFill/>
          <a:ln w="25400">
            <a:solidFill>
              <a:srgbClr val="3B82F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095848" y="2606040"/>
            <a:ext cx="-2560320" cy="64008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998568" y="2217420"/>
            <a:ext cx="2194560" cy="777240"/>
          </a:xfrm>
          <a:prstGeom prst="roundRect">
            <a:avLst>
              <a:gd name="adj" fmla="val 14118"/>
            </a:avLst>
          </a:prstGeom>
          <a:solidFill>
            <a:srgbClr val="EC489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90008" y="22174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Creative Spark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29688" y="162306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29688" y="1623060"/>
            <a:ext cx="20116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21128" y="16962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21128" y="19705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build-guide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650328" y="162306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50328" y="1623060"/>
            <a:ext cx="201168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41768" y="16962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741768" y="19705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md-to-pptx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529688" y="290322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29688" y="2903220"/>
            <a:ext cx="20116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21128" y="29763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21128" y="32506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shortcode</a:t>
            </a:r>
            <a:endParaRPr lang="en-US" sz="7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summary-box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1179830"/>
          </a:xfrm>
          <a:prstGeom prst="roundRect">
            <a:avLst>
              <a:gd name="adj" fmla="val 6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compare-split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compare-split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10A37F">
              <a:alpha val="6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2588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85800" y="176530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HTML 직접 편집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04851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디자인은 자유롭지만 유지보수 어려움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742946"/>
            <a:ext cx="5067148" cy="237744"/>
          </a:xfrm>
          <a:prstGeom prst="roundRect">
            <a:avLst>
              <a:gd name="adj" fmla="val 23077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42946"/>
            <a:ext cx="50671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210148" y="1143000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475569">
              <a:alpha val="6000"/>
            </a:srgbClr>
          </a:solidFill>
          <a:ln w="19050">
            <a:solidFill>
              <a:srgbClr val="4755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0148" y="1143000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8748" y="132588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38748" y="176530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숏코드 입력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38748" y="204851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HTML/PPTX 동시 생성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8748" y="233172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재사용 쉬움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38748" y="2742946"/>
            <a:ext cx="5067148" cy="237744"/>
          </a:xfrm>
          <a:prstGeom prst="roundRect">
            <a:avLst>
              <a:gd name="adj" fmla="val 23077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38748" y="2742946"/>
            <a:ext cx="50671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compare-diff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6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나쁜 프롬프트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6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프롬프트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part-banner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part-banner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64428" y="1143000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64428" y="1143000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4156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74156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takeaway-banner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7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summary-bar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46802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29종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48640" y="5604002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 Shortcodes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46802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8개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353458" y="5604002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Standard Keys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46802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2종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8158277" y="5604002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 Formats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os-tabs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os-tabs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2646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43000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macOS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2057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20570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0403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20570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243205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A. desc 다중 줄 불릿 목록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 항목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✅ 완료된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🔥 중요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📌 참고 항목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마이너스 기호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불릿 기호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493826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517601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대용량 파일도 빠르게 처리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처리 지원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 최적화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573379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597154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엔드투엔드 암호화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권한 관리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 로그 제공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59308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8568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59308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8568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59308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8568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2026-06-17T01:46:11Z</dcterms:created>
  <dcterms:modified xsi:type="dcterms:W3CDTF">2026-06-17T01:46:11Z</dcterms:modified>
</cp:coreProperties>
</file>