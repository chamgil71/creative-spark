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HTML/PPTX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cols=N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단수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카드/그리드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도구/기능 소개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tool-box, skill-list, 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절차/흐름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workflow-strip, step-list, 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비교/플랜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compare-split, 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알림/명령/콘솔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인터랙션/목록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os-tabs, 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특화 시각화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editor-box, 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89834"/>
          </a:xfrm>
          <a:prstGeom prst="roundRect">
            <a:avLst>
              <a:gd name="adj" fmla="val 24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줄은 `desc: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`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노트, 결론, CTA 배지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columns-grid, compare-split, plan-grid에서 특히 유효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57530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키도 일부 존재합니다. featured는 plan-grid의 추천 플랜 강조에 사용하고, alert-box는 선언부의 tip, warn, success, 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"21종"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"6개"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"icon, title, desc, tag, meta, color"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icon, title, desc, tag, meta, color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templates/build-guide.mjs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templates/build-guide.mjs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bottom-list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bottom-list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templates/build-guide.mjs md_src/showcase/showcase.md public/showcase/showcase.html"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templates/build-guide.mjs md_src/showcase/showcase.md public/showcase/showcase.html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"v1.1.0"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"쇼케이스 MD 정리|HTML/PPTX 변환 통과"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"feature/restore-md"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701"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"원본 콘텐츠 복원|신형 숏코드 반영"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쇼케이스 MD 정리|HTML/PPTX 변환 통과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feature/restore-md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콘텐츠 복원|신형 숏코드 반영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part-deck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part-deck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이쁜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문서들의 통계, 주요 수치 등을 가로 격자 형태로 요약 노출해 주는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"Total Chapters"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"Parts"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"24종"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2026-05-28T05:42:19Z</dcterms:created>
  <dcterms:modified xsi:type="dcterms:W3CDTF">2026-05-28T05:42:19Z</dcterms:modified>
</cp:coreProperties>
</file>