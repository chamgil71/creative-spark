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목차/구성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part-deck, chapter-list,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분석/로드맵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flow,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하이라이트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compare-before-after, takeaway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52577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352577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363550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빠른 작업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394639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310814" y="352577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10814" y="352577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20542" y="363550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 쉬운 디자인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420542" y="394639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164428" y="352577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352577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363550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팀 협업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274156" y="394639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018041" y="352577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18041" y="352577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27769" y="363550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빠른 작업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9127769" y="394639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503453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503453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6928" y="514426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🎨 쉬운 디자인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66928" y="545515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310814" y="5034534"/>
            <a:ext cx="2716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310814" y="5034534"/>
            <a:ext cx="2716454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420542" y="5144262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팀 협업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3420542" y="5455158"/>
            <a:ext cx="2496998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compare-before-after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compare-before-after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compare-before-after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생성\n버전 관리\n다국어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통합\n테스트 자동화\n배포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모니터링\n대시보드\n알림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배포\n자동 롤백\n무중단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인증서\n방화벽 내장\n취약점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2026-06-04T06:13:56Z</dcterms:created>
  <dcterms:modified xsi:type="dcterms:W3CDTF">2026-06-04T06:13:56Z</dcterms:modified>
</cp:coreProperties>
</file>