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✨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Spark 숏코드 완전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HTML→MD→PPTX 파이프라인이 지원하는 전체 숏코드 예시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역변환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선택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파일 frontmatter에서 style: &lt;키&gt; 로 선택합니다.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02057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33856" y="211201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238633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(그린) — ChatGPT·Claude 등 대화형 AI 가이드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55503" y="228574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ai-chat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25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88925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33856" y="298069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ai-dev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3856" y="325501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도구 (오렌지) — Cursor·GitHub Copilot 등 개발 도구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55503" y="315442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ai-dev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5793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75793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33856" y="384937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3856" y="412369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 &amp; 지식관리 (퍼플) — Notion·Obsidian 등 지식 관리 도구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55503" y="402310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knowledge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62661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462661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33856" y="471805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3856" y="499237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유틸 (블루) — 일정·할일·자동화 도구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55503" y="489178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productivity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549529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549529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33856" y="558673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33856" y="586105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크리에이티브 AI (마젠타) — 이미지·영상·디자인 생성 도구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5503" y="576046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creative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636397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636397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" y="645541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33856" y="672973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&amp; 인프라 (사이언) — 보안·DevOps·클라우드 인프라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55503" y="662914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security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723265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" y="723265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133856" y="732409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33856" y="759841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재테크 &amp; 금융 (골드) — 투자·회계·금융 분석 도구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55503" y="749782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finance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810133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" y="810133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133856" y="819277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33856" y="846709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퓨처 AI (네온 라임) — 미래 기술·리서치·트렌드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55503" y="836650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future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897001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" y="897001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1133856" y="906145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133856" y="933577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(슬레이트) — 팀·조직·비즈니스 솔루션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655503" y="923518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enterprise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983869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" y="983869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1133856" y="993013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133856" y="1020445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&amp; 콘텐츠 (로즈) — SNS·영상·콘텐츠 제작 도구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55503" y="1010386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media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그리드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 — 이모지 카드 격자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67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82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5471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214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814" y="20167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2254" y="21082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2254" y="25471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2254" y="28214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만듭니다.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4428" y="20167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5868" y="21082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55868" y="25471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친화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5868" y="28214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스마트폰에서도 주요 기능을 바로 사용할 수 있습니다.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18041" y="20167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9481" y="21082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09481" y="25471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09481" y="28214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카드 feature-grid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586230"/>
          </a:xfrm>
          <a:prstGeom prst="roundRect">
            <a:avLst>
              <a:gd name="adj" fmla="val 4612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 — 태그 + 아이콘 + 설명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tag: 핵심 icon: 🧠 title: AI 자동화 desc: 사용자의 입력을 바탕으로 초안, 편집, 요약, 추천을 자동 생성합니다.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tag: 실전 icon: 🧰 title: 템플릿 활용 desc: 자주 쓰는 형식을 저장해 같은 품질의 결과물을 반복해서 만들 수 있습니다.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tag: 공유 icon: 🔗 title: 링크 배포 desc: 완성된 결과를 링크나 파일로 공유하고 팀원 피드백을 받을 수 있습니다.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6639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663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7611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319557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50647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286639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62018" y="28663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1746" y="297611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71746" y="319557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1746" y="350647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반복해서 만들 수 있습니다.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286639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6837" y="28663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6565" y="297611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76565" y="319557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76565" y="350647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팀원 피드백을 받을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흐름 steps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82372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steps — 순서형 단계 목록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계정 만들기 desc: 공식 사이트에 접속해 이메일 또는 소셜 계정으로 로그인합니다.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새 프로젝트 만들기 desc: 템플릿을 고르거나 빈 프로젝트에서 시작합니다.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콘텐츠 넣기 desc: 텍스트, 이미지, 파일, 링크 등 필요한 자료를 추가합니다.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결과 내보내기 desc: PDF, 이미지, 영상, 링크 등 목적에 맞는 형식으로 저장합니다.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388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410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1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316788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341477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9940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365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36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396341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421030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고르거나 빈 프로젝트에서 시작합니다.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9493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8320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32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475894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넣기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500583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이미지, 파일, 링크 등 필요한 자료를 추가합니다.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49046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62762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27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42416" y="555447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내보내기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580136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이미지, 영상, 링크 등 목적에 맞는 형식으로 저장합니다.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카드 compare-grid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586230"/>
          </a:xfrm>
          <a:prstGeom prst="roundRect">
            <a:avLst>
              <a:gd name="adj" fmla="val 4612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compare-grid — 사용자 유형별 비교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처음 배우는 사용자 desc: 무료 플랜과 기본 템플릿으로 시작합니다. note: 추천 — 기본 워크플로우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반복 제작자 desc: 자주 쓰는 형식을 저장하고 자동화 기능을 활용합니다. note: 추천 — Pro 기능 검토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팀 작업 desc: 공유 링크, 댓글, 권한 관리가 가능한 플랜을 선택합니다. note: 추천 — 팀 플랜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663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663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578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2504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8265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8265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— 기본 워크플로우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62018" y="28663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2018" y="28663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29578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제작자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1746" y="32504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저장하고 자동화 기능을 활용합니다.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1746" y="38265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1746" y="38265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— Pro 기능 검토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66837" y="28663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6837" y="28663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6565" y="29578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작업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76565" y="32504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링크, 댓글, 권한 관리가 가능한 플랜을 선택합니다.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76565" y="38265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6565" y="38265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— 팀 플랜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카드 tool-card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tool-card — 브랜드 배너 카드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🎬 title: Runway Gen-4 desc: 영상 편집 특화 AI 플랫폼 tag: 무료/Pro meta: 영상 생성|배경 제거|모션 브러시 color: "#7C3AED"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🖼️ title: Midjourney desc: 텍스트로 고품질 이미지를 생성하는 AI tag: Pro meta: 이미지 생성|스타일 변환|업스케일링 color: "#E11D48"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2890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62890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" y="272034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299466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편집 특화 AI 플랫폼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55503" y="28940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9758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49758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33856" y="358902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Midjourney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386334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텍스트로 고품질 이미지를 생성하는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55503" y="37627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workflow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92786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1424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💡 title: 아이디어 meta: Claude AI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⚡ title: 초안 생성 meta: Gamma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🎨 title: 디자인 보정 meta: Canva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✅ title: 검토·수정 meta: 팀 협업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📤 title: 공유·배포 meta: 링크/PDF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💡 title: 추가하면? meta: 어디로?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0802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9090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— 프로세스 흐름도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6249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74849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4849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29713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9713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3898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2498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2498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7362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7362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1548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0148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0148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5012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검토·수정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5012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99197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7797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82661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82661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16846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45446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5446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00310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추가하면?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00310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어디로?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plan-grid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586230"/>
          </a:xfrm>
          <a:prstGeom prst="roundRect">
            <a:avLst>
              <a:gd name="adj" fmla="val 4612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plan-grid — Free / Pro / Enterprise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Free tag: 무료 meta: 기본 기능 모두 사용|하루 10회 사용|커뮤니티 지원|5GB 저장공간 note: 지금 바로 시작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Pro tag: 추천 featured: "true" meta: 무제한 사용|우선 지원|고급 기능 전체|API 접근|50GB 저장공간 note: 월 $20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Enterprise tag: 팀 meta: 팀 계정 관리|전용 지원 담당|SLA 보장|SSO 연동|무제한 저장 note: 문의 필요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66390"/>
            <a:ext cx="3667658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66390"/>
            <a:ext cx="366765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04927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4927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28701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57962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기능 모두 사용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83565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하루 10회 사용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09168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커뮤니티 지원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34771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5GB 저장공간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89635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8963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62018" y="2866390"/>
            <a:ext cx="3667658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2018" y="2866390"/>
            <a:ext cx="366765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1746" y="304927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1746" y="304927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71746" y="328701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71746" y="357962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사용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71746" y="383565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우선 지원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1746" y="409168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기능 전체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71746" y="434771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접근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71746" y="460375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50GB 저장공간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71746" y="489635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1746" y="48963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$20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066837" y="2866390"/>
            <a:ext cx="3667658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6837" y="2866390"/>
            <a:ext cx="366765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6565" y="304927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6565" y="304927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76565" y="328701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76565" y="357962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계정 관리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76565" y="383565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담당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76565" y="409168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보장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76565" y="434771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SSO 연동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76565" y="460375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저장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76565" y="489635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6565" y="48963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필요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2단 비교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compare-2col — 클라우드 vs 자체 호스팅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자체 호스팅 meta: 완전한 데이터 통제|비용 최적화 가능|커스터마이징 자유|초기 설정 필요|DevOps 역량 필요 note: 기술팀 보유 시 추천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클라우드 SaaS meta: 즉시 사용 가능|자동 업데이트|전용 지원 서비스|사용량 기반 과금|99.9% SLA 보장 note: 빠른 시작에 추천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28900"/>
            <a:ext cx="5524348" cy="2586990"/>
          </a:xfrm>
          <a:prstGeom prst="roundRect">
            <a:avLst>
              <a:gd name="adj" fmla="val 2828"/>
            </a:avLst>
          </a:prstGeom>
          <a:solidFill>
            <a:srgbClr val="F4ECF7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28900"/>
            <a:ext cx="552434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1178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2512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완전한 데이터 통제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344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비용 최적화 가능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8176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커스터마이징 자유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1008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설정 필요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38404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DevOps 역량 필요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77697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77697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0148" y="2628900"/>
            <a:ext cx="5524348" cy="258699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0148" y="2628900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8748" y="281178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SaaS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38748" y="32512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즉시 사용 가능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8748" y="35344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업데이트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8748" y="38176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서비스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8748" y="41008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사용량 기반 과금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38748" y="438404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99.9% SLA 보장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38748" y="477697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8748" y="477697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시작에 추천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요점 정리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1250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 — 본문 + 하단 칩 배치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이 도구를 선택해야 하는 이유 desc: 기존 도구와의 가장 큰 차이는 설정 없이도 강력한 기본값이 제공된다는 점입니다. 복잡한 구성 없이 5분 안에 첫 번째 결과를 만들 수 있으며, 필요할 때만 세부 설정을 조정하면 됩니다. meta: 즉시 시작|무설정 기본값|5분 온보딩|단계별 심화|무료 플랜 제공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1410"/>
            <a:ext cx="11277295" cy="117983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429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선택해야 하는 이유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01371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도구와의 가장 큰 차이는 설정 없이도 강력한 기본값이 제공된다는 점입니다. 복잡한 구성 없이 5분 안에 첫 번째 결과를 만들 수 있으며, 필요할 때만 세부 설정을 조정하면 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840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70840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34605" y="370840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757" y="370840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12009" y="370840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5161" y="370840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온보딩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89414" y="370840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2566" y="370840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심화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66819" y="370840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9971" y="370840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박스 alert-box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type: tip title: 💡 핵심 팁 desc: shortcode-map.json을 수정하면 HTML→MD 변환 규칙을 추가하거나 변경할 수 있습니다. - type: warn title: ⚠️ 주의사항 desc: 잘못된 YAML frontmatter는 build-guide.mjs 오류를 유발합니다. 들여쓰기를 확인하세요.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alert-box — TIP / WARN / SUCCESS / DANGER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9433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94330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77210"/>
            <a:ext cx="11076127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3448050"/>
            <a:ext cx="11076127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shortcode-map.json을 수정하면 HTML→MD 변환 규칙을 추가하거나 변경할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4274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42740"/>
            <a:ext cx="73152" cy="97409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325620"/>
            <a:ext cx="11076127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주의사항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4696460"/>
            <a:ext cx="11076127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YAML frontmatter는 build-guide.mjs 오류를 유발합니다. 들여쓰기를 확인하세요.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아코디언 faq-accordion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215390"/>
          </a:xfrm>
          <a:prstGeom prst="roundRect">
            <a:avLst>
              <a:gd name="adj" fmla="val 60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무료로 사용할 수 있나요? desc: 네, 기본 기능은 무료 플랜으로 사용할 수 있습니다. 고급 기능은 Pro 플랜에서 제공됩니다.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어떤 파일 형식을 지원하나요? desc: HTML, Markdown, PPTX 형식을 지원합니다. shortcode-map.json으로 HTML 역변환 규칙을 관리합니다.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커스텀 스타일을 적용할 수 있나요? desc: config/styles.json에서 색상 프리셋을 정의하고, frontmatter의 style 키로 선택할 수 있습니다.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9555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7843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faq-accordion — 자주 묻는 질문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6931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6931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2417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무료로 사용할 수 있나요?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81787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네, 기본 기능은 무료 플랜으로 사용할 수 있습니다. 고급 기능은 Pro 플랜에서 제공됩니다.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3766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3766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19252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어떤 파일 형식을 지원하나요?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58622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HTML, Markdown, PPTX 형식을 지원합니다. shortcode-map.json으로 HTML 역변환 규칙을 관리합니다.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0601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90601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96087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커스텀 스타일을 적용할 수 있나요?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35457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config/styles.json에서 색상 프리셋을 정의하고, frontmatter의 style 키로 선택할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 prompt-example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1250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prompt-example — 실전 프롬프트 박스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가이드 문서 생성 프롬프트 desc: 다음 도구에 대한 활용 가이드를 작성해 주세요. icon-grid로 핵심 기능 4가지, feature-grid로 사용 사례 3가지, steps로 시작 방법 4단계를 포함해 주세요.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1410"/>
            <a:ext cx="11277295" cy="952500"/>
          </a:xfrm>
          <a:prstGeom prst="roundRect">
            <a:avLst>
              <a:gd name="adj" fmla="val 7680"/>
            </a:avLst>
          </a:prstGeom>
          <a:solidFill>
            <a:srgbClr val="0F172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91410"/>
            <a:ext cx="11277295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7429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B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가이드 문서 생성 프롬프트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945130"/>
            <a:ext cx="10820095" cy="26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도구에 대한 활용 가이드를 작성해 주세요. icon-grid로 핵심 기능 4가지, feature-grid로 사용 사례 3가지, steps로 시작 방법 4단계를 포함해 주세요.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B2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가이드를 만들어보세요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templates/template.md를 복사해서 내용을 채우면 됩니다.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24248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2026-05-13T08:48:49Z</dcterms:created>
  <dcterms:modified xsi:type="dcterms:W3CDTF">2026-05-13T08:48:49Z</dcterms:modified>
</cp:coreProperties>
</file>