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🤖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설명을 여기에 적어주세요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가능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제공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소개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핵심 가치를 2-3문장으로 설명하세요. 이 영역은 일반 문단으로 렌더링됩니다.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101193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도구가 잘하는 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74976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icon-grid는 기존 HTML의 네모 박스 아이콘 배열을 MD에서 표현하기 위한 shortcode입니다.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5079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42234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3581146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작업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855466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줄이고 결과물을 빠르게 만듭니다.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05079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142234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3581146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디자인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3855466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프리셋으로 초보자도 보기 좋은 결과를 만들 수 있습니다.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05079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142234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3581146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친화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3855466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스마트폰에서도 주요 기능을 바로 사용할 수 있습니다.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05079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142234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3581146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3855466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공유와 댓글로 팀 작업을 이어갈 수 있습니다.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577842"/>
            <a:ext cx="11277295" cy="101193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42434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카드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123688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feature-grid는 조금 더 설명이 긴 카드 배열입니다. tag, icon, title, desc 필드를 사용합니다.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69950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69950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580923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02869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AI 자동화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633958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입력을 바탕으로 초안, 편집, 요약, 추천을 자동 생성합니다.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569950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569950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580923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02869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템플릿 활용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71746" y="633958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저장해 같은 품질의 결과물을 반복해서 만들 수 있습니다.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5699506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569950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5809234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02869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링크 배포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176565" y="6339586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결과를 링크나 파일로 공유하고 팀원 피드백을 받을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사용하는 사람이 따라 할 수 있는 순서로 적습니다.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101193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흐름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74976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steps는 번호가 붙은 단계형 박스입니다.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50794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6966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6966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11480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361690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사이트에 접속해 이메일 또는 소셜 계정으로 로그인합니다.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82314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0118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0118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384632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만들기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093210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고르거나 빈 프로젝트에서 시작합니다.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13834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63270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63270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57784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넣기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4824730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이미지, 파일, 링크 등 필요한 자료를 추가합니다.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245354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36422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6422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30936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내보내기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5556250"/>
            <a:ext cx="1060063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PDF, 이미지, 영상, 링크 등 목적에 맞는 형식으로 저장합니다.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086602"/>
            <a:ext cx="11277295" cy="2220722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251194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명령 또는 예시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632448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블록은 어두운 박스로 렌더링됩니다.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6979666"/>
            <a:ext cx="10911535" cy="6146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7052818"/>
            <a:ext cx="10692079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예시 명령어 또는 체크리스트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https://example.com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7704074"/>
            <a:ext cx="64008" cy="37465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" y="7704074"/>
            <a:ext cx="10847527" cy="374650"/>
          </a:xfrm>
          <a:prstGeom prst="rect">
            <a:avLst/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7758938"/>
            <a:ext cx="1071951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인용문은 브랜드 색의 팁 박스로 렌더링됩니다. 짧은 조언이나 주의사항에 사용하세요.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비교와 선택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기능이나 플랜을 비교할 때는 표 또는 compare-grid를 사용합니다.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추천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배우는 사용자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플랜과 기본 템플릿으로 시작합니다.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기본 워크플로우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62018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1746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제작자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71746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템플릿으로 저장하고 자동화 기능을 활용합니다.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1746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1746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Pro 기능 검토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66837" y="2703576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6565" y="2795016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작업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76565" y="3087624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링크, 댓글, 권한 관리가 가능한 플랜을 선택합니다.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76565" y="3663696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6565" y="366369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팀 플랜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230624"/>
            <a:ext cx="11277295" cy="1862582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95216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예시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76470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고급 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협업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소개 카드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tool-card는 도구/서비스의 컬러 헤더 배너입니다. color에 hex를 지정하면 그라디언트가 자동 적용됩니다.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929130"/>
            <a:ext cx="475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33856" y="202057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 Gen-4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3856" y="229489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runwayml.com · 영상 편집 특화 AI 플랫폼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55503" y="217144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무료/Pro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386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98978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workflow는 화살표로 연결된 수평 프로세스 흐름입니다. tool 필드는 각 단계의 부제(사용 도구 등)입니다.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20516"/>
            <a:ext cx="265473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93668"/>
            <a:ext cx="2654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" y="4004564"/>
            <a:ext cx="25450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" y="4242308"/>
            <a:ext cx="25450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11932" y="393141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31388" y="3620516"/>
            <a:ext cx="265473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1388" y="3693668"/>
            <a:ext cx="2654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6252" y="4004564"/>
            <a:ext cx="25450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6252" y="4242308"/>
            <a:ext cx="25450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86120" y="393141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05576" y="3620516"/>
            <a:ext cx="265473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5576" y="3693668"/>
            <a:ext cx="2654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0440" y="4004564"/>
            <a:ext cx="25450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보정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0440" y="4242308"/>
            <a:ext cx="25450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60307" y="393141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079763" y="3620516"/>
            <a:ext cx="2654732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9763" y="3693668"/>
            <a:ext cx="26547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34627" y="4004564"/>
            <a:ext cx="25450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공유·배포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34627" y="4242308"/>
            <a:ext cx="25450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링크/PDF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플랜·가격표 (plan-grid)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plan-grid는 요금제·플랜 카드입니다. featured: "true"를 설정하면 강조 스타일이 적용됩니다.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비교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기능 모두 사용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하루 10회 사용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커뮤니티 지원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42264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4226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62018" y="2703576"/>
            <a:ext cx="3667658" cy="2103120"/>
          </a:xfrm>
          <a:prstGeom prst="roundRect">
            <a:avLst>
              <a:gd name="adj" fmla="val 3478"/>
            </a:avLst>
          </a:prstGeom>
          <a:solidFill>
            <a:srgbClr val="E6F4F0"/>
          </a:solidFill>
          <a:ln w="19050">
            <a:solidFill>
              <a:srgbClr val="10A3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2018" y="2703576"/>
            <a:ext cx="3667658" cy="45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1746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1746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71746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71746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사용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71746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우선 지원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1746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고급 기능 전체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71746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API 접근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71746" y="442264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1746" y="44226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$20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66837" y="2703576"/>
            <a:ext cx="36676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66837" y="2703576"/>
            <a:ext cx="3667658" cy="45720"/>
          </a:xfrm>
          <a:prstGeom prst="rect">
            <a:avLst/>
          </a:prstGeom>
          <a:solidFill>
            <a:srgbClr val="C8E6DF"/>
          </a:solidFill>
          <a:ln w="12700">
            <a:solidFill>
              <a:srgbClr val="C8E6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76565" y="2868168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6565" y="2868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76565" y="3105912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76565" y="3398520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 계정 관리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76565" y="3645408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담당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176565" y="3892296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SLA 보장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76565" y="4139184"/>
            <a:ext cx="3448202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SSO 연동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76565" y="442264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76565" y="44226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필요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스킬·기능 목록 (skill-list)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skill-list는 아이콘 + 제목 + 설명이 가로로 나열되는 행 형태입니다. 기능 목록이나 연동 서비스를 나열할 때 사용합니다.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1330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13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95016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자동화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60726" y="2795016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보고서·제안서를 한 번에 생성합니다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0232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899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89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471672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60726" y="3471672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API로 기존 시스템과 바로 연결됩니다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56888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6661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6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148328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처리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60726" y="4148328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기반으로 내용을 분류·요약·추출합니다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33544"/>
            <a:ext cx="11277295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432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43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824984"/>
            <a:ext cx="40421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대시보드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60726" y="4824984"/>
            <a:ext cx="61695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데이터를 시각화하여 인사이트를 제공합니다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서비스 뱃지 (badge-grid)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badge-grid는 많은 서비스·도구를 작은 카드로 조밀하게 표시합니다. name과 type(카테고리) 필드를 사용합니다.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연동 서비스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🗃️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59609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609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14473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14473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62018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2018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16882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6882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4428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4428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9292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SendGrid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9292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66837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6837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1701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21701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969246" y="2703576"/>
            <a:ext cx="1765249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9246" y="2795016"/>
            <a:ext cx="176524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24110" y="3142488"/>
            <a:ext cx="165552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24110" y="3398520"/>
            <a:ext cx="16555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N단 배치 (columns)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columns는 2~5단을 균등하게 배치하는 레이아웃입니다. 아이템 수에 따라 자동으로 열 수가 결정됩니다.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시나리오별 비교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사용자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58566"/>
            <a:ext cx="3301898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직관적인 UI와 기본 템플릿으로 별도 설정 없이 바로 시작할 수 있습니다.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62018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62018" y="270357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898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팀·조직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44898" y="3258566"/>
            <a:ext cx="3301898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관리와 공유 설정으로 여러 명이 함께 작업 환경을 구성합니다.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6837" y="2703576"/>
            <a:ext cx="3667658" cy="135001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6837" y="2703576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9717" y="2868168"/>
            <a:ext cx="330189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49717" y="3258566"/>
            <a:ext cx="3301898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API와 웹훅으로 기존 시스템에 통합하거나 자체 워크플로우를 자동화합니다.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요점 배치 (bottom-list)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bottom-list는 상단에 본문 설명을 넣고 하단에 핵심 요점을 칩(pill) 형태로 배치합니다. 단일 아이템(-)만 사용합니다. points는 |로 구분합니다.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11277295" cy="10668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68168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도구를 선택해야 하는 이유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58566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도구와의 가장 큰 차이는 설정 없이도 강력한 기본값이 제공된다는 점입니다. 복잡한 구성 없이 5분 안에 첫 번째 결과를 만들 수 있으며, 필요할 때만 세부 설정을 조정하면 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30947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68107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무설정 기본값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4694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1854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온보딩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78441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601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심화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52188" y="3880104"/>
            <a:ext cx="2182307" cy="438912"/>
          </a:xfrm>
          <a:prstGeom prst="roundRect">
            <a:avLst>
              <a:gd name="adj" fmla="val 25000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89348" y="3880104"/>
            <a:ext cx="190798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 제공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비교 (compare-2col)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7640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compare-2col은 두 가지 선택지를 나란히 비교하고 각 항목의 특징을 |로 구분된 목록으로 보여줍니다. 왼쪽은 강조 스타일, 오른쪽은 일반 스타일이 자동 적용됩니다.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130"/>
            <a:ext cx="11277295" cy="664718"/>
          </a:xfrm>
          <a:prstGeom prst="roundRect">
            <a:avLst>
              <a:gd name="adj" fmla="val 11005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9372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vs B 비교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3576"/>
            <a:ext cx="5524348" cy="2218182"/>
          </a:xfrm>
          <a:prstGeom prst="roundRect">
            <a:avLst>
              <a:gd name="adj" fmla="val 3298"/>
            </a:avLst>
          </a:prstGeom>
          <a:solidFill>
            <a:srgbClr val="E6F4F0"/>
          </a:solidFill>
          <a:ln w="19050">
            <a:solidFill>
              <a:srgbClr val="10A3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03576"/>
            <a:ext cx="5524348" cy="45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68168"/>
            <a:ext cx="515858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호스팅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5856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완전한 데이터 통제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4177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비용 최적화 가능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2498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커스터마이징 자유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0819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초기 설정 필요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01134"/>
            <a:ext cx="5158588" cy="256032"/>
          </a:xfrm>
          <a:prstGeom prst="roundRect">
            <a:avLst>
              <a:gd name="adj" fmla="val 28571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01134"/>
            <a:ext cx="51585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 보유 시 추천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0148" y="2703576"/>
            <a:ext cx="5524348" cy="2218182"/>
          </a:xfrm>
          <a:prstGeom prst="roundRect">
            <a:avLst>
              <a:gd name="adj" fmla="val 329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0148" y="2703576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3028" y="2868168"/>
            <a:ext cx="5158588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SaaS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3028" y="325856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즉시 사용 가능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3028" y="354177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 업데이트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93028" y="382498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전용 지원 서비스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93028" y="4108196"/>
            <a:ext cx="515858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사용량 기반 과금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93028" y="4501134"/>
            <a:ext cx="5158588" cy="256032"/>
          </a:xfrm>
          <a:prstGeom prst="roundRect">
            <a:avLst>
              <a:gd name="adj" fmla="val 28571"/>
            </a:avLst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3028" y="4501134"/>
            <a:ext cx="51585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시작에 추천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724406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88846"/>
            <a:ext cx="10911535" cy="949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제목, 부제목, style 키를 채웠는가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카드 배열은 아래 shortcode 중 하나로 표현했는가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긴 설명은 일반 문단이나 표로 분리했는가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링크와 푸터 정보가 정확한가
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989068"/>
          </a:xfrm>
          <a:prstGeom prst="roundRect">
            <a:avLst>
              <a:gd name="adj" fmla="val 1466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1091153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규칙 요약 (전체 shortcode)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88846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shortcode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필드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icon-grid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박스 배열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feature-grid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설명형 카드 배열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tag, icon, 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steps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 단계형 리스트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compare-grid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카드 (note 칩 포함)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desc, note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tool-card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색상 헤더 도구 배너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name, tagline, badge, color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workflow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화살표 연결 수평 흐름 (4~5단 순서도)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name, tool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plan-grid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요금제·플랜 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badge, featured, features, note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skill-list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가로 행 목록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badge-grid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조밀한 서비스 뱃지 그리드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icon, name, type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columns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2~5단 균등 배치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bottom-list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+ 하단 칩 배치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title, body, points(파이프 구분)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::: compare-2col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 비교 + 하단 결론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col, items(파이프 구분), note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190998"/>
            <a:ext cx="1091153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스타일 색상은 templates/styles.json에서 가져옵니다.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PPTX 변환은 scripts/md-to-pptx.mjs, HTML 변환은 templates/build-guide.mjs를 사용합니다.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레이아웃·치수 설정은 scripts/pptdesign.config.json에서 JSON으로 관리합니다.
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5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첫 프로젝트를 만들어보세요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3291840"/>
            <a:ext cx="94484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D4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기능을 하나씩 눌러보며 자신만의 워크플로우를 완성해보세요.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632808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사이트 방문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2026-05-11T01:35:25Z</dcterms:created>
  <dcterms:modified xsi:type="dcterms:W3CDTF">2026-05-11T01:35:25Z</dcterms:modified>
</cp:coreProperties>
</file>