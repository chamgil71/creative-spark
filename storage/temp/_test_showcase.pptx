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🤖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Creative Suite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shortcode 전체를 보여주는 예시 파일입니다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가능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소개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Creative Suite는 아이디어 생성부터 배포까지 전 과정을 지원하는 통합 플랫폼입니다.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icon-grid 예시: 이 도구가 잘하는 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95016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233928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08248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814" y="2703576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2254" y="2795016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2254" y="3233928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디자인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2254" y="3508248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프리셋으로 초보자도 보기 좋은 결과를 만들 수 있습니다.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4428" y="2703576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5868" y="2795016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55868" y="3233928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친화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5868" y="3508248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스마트폰에서도 주요 기능을 바로 사용할 수 있습니다.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18041" y="2703576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09481" y="2795016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09481" y="3233928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09481" y="3508248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공유와 댓글로 팀 작업을 이어갈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모듈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모듈은 독립적으로 사용하거나 함께 연결해 강력한 워크플로우를 구성할 수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feature-grid 예시: 핵심 기능 카드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81330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03276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34365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입력을 바탕으로 초안, 편집, 요약, 추천을 자동 생성합니다.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62018" y="270357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2018" y="2703576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746" y="281330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71746" y="303276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템플릿 활용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71746" y="334365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저장해 같은 품질의 결과물을 반복해서 만들 수 있습니다.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6837" y="270357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6837" y="2703576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6565" y="281330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76565" y="303276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배포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76565" y="334365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결과를 링크나 파일로 공유하고 팀원 피드백을 받을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사람이 따라 할 수 있는 순서로 정리했습니다.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steps 예시: 기본 사용 흐름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224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22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276758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3014472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 접속해 이메일 또는 소셜 계정으로 로그인합니다.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3509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539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53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349910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3745992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고르거나 빈 프로젝트에서 시작합니다.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661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854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85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42306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넣기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4477512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이미지, 파일, 링크 등 필요한 자료를 추가합니다.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9813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170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01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496214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내보내기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5209032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PDF, 이미지, 영상, 링크 등 목적에 맞는 형식으로 저장합니다.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추천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목적에 따라 시작점이 달라집니다.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compare-grid 예시: 사용자 유형별 가이드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사용자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플랜과 기본 템플릿으로 시작합니다.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기본 워크플로우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62018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1746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제작자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71746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템플릿으로 저장하고 자동화 기능을 활용합니다.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1746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1746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Pro 기능 검토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66837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6565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작업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6565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링크, 댓글, 권한 관리가 가능한 플랜을 선택합니다.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76565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6565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팀 플랜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도구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Creative Suite와 함께 사용하면 더욱 강력한 도구들입니다.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tool-card 예시: 추천 도구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703576"/>
            <a:ext cx="475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33856" y="2795016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 Gen-4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3856" y="3069336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runwayml.com · 영상 편집 특화 AI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55503" y="29458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무료/Pro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99104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499104"/>
            <a:ext cx="475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33856" y="3590544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Midjourney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" y="3864864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midjourney.com · 이미지 생성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55503" y="37414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흐름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아이디어에서 배포까지 전체 과정을 한눈에 파악하세요.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예시: 5단계 제작 순서도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7094" y="301447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56550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56550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11414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11414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6444" y="301447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55900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5900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10764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10764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5795" y="301447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55251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55251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10115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검토·수정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10115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35145" y="301447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54601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54601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09465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09465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링크/PDF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플랜 중 목적에 맞는 플랜을 선택하세요.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plan-grid 예시: Free / Pro / Enterprise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235000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45720"/>
          </a:xfrm>
          <a:prstGeom prst="rect">
            <a:avLst/>
          </a:prstGeom>
          <a:solidFill>
            <a:srgbClr val="E0CCEA"/>
          </a:solidFill>
          <a:ln w="12700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기능 모두 사용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하루 10회 사용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커뮤니티 지원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5GB 저장공간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669536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669536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62018" y="2703576"/>
            <a:ext cx="3667658" cy="2350008"/>
          </a:xfrm>
          <a:prstGeom prst="roundRect">
            <a:avLst>
              <a:gd name="adj" fmla="val 3113"/>
            </a:avLst>
          </a:prstGeom>
          <a:solidFill>
            <a:srgbClr val="F4ECF7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2018" y="2703576"/>
            <a:ext cx="366765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1746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1746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71746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71746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사용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1746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우선 지원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71746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고급 기능 전체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71746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API 접근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71746" y="4386072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50GB 저장공간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71746" y="4669536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1746" y="4669536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$20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66837" y="2703576"/>
            <a:ext cx="3667658" cy="235000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6837" y="2703576"/>
            <a:ext cx="3667658" cy="45720"/>
          </a:xfrm>
          <a:prstGeom prst="rect">
            <a:avLst/>
          </a:prstGeom>
          <a:solidFill>
            <a:srgbClr val="E0CCEA"/>
          </a:solidFill>
          <a:ln w="12700">
            <a:solidFill>
              <a:srgbClr val="E0CC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6565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76565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76565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76565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계정 관리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76565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담당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76565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 보장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76565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SSO 연동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76565" y="4386072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저장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76565" y="4669536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6565" y="4669536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필요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기능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플랫폼이 제공하는 주요 기능 목록입니다.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skill-list 예시: 기능 가로 행 목록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1330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13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95016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자동화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60726" y="2795016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보고서·제안서를 한 번에 생성합니다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0232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899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89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471672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60726" y="3471672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API로 기존 시스템과 바로 연결됩니다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6888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661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6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148328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0726" y="4148328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기반으로 내용을 분류·요약·추출합니다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33544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432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4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824984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대시보드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0726" y="4824984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데이터를 시각화하여 인사이트를 제공합니다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서비스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서비스와 즉시 연동됩니다.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badge-grid 예시: 연동 서비스 그리드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🗃️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84007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4007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38871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38871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10814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814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65678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5678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7621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7621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92485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SendGrid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92485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4428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4428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9292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9292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91234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1234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46099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46099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18041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18041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72905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72905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버전관리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444848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44848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499712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Zapier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99712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시나리오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어떻게 사용하는지 확인하세요.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columns 예시: 사용자 유형별 3단 배치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사용자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58566"/>
            <a:ext cx="3301898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직관적인 UI와 기본 템플릿으로 별도 설정 없이 바로 시작할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2018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62018" y="2703576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팀·조직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4898" y="3258566"/>
            <a:ext cx="3301898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관리와 공유 설정으로 여러 명이 함께 작업 환경을 구성합니다.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6837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6837" y="2703576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9717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49717" y="3258566"/>
            <a:ext cx="3301898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API와 웹훅으로 기존 시스템에 통합하거나 자체 워크플로우를 자동화합니다.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bottom-list 예시: 본문 + 하단 칩 배치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17446"/>
            <a:ext cx="11277295" cy="10668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82038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Creative Suite를 선택해야 하는 이유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72436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도구와의 가장 큰 차이는 설정 없이도 강력한 기본값이 제공된다는 점입니다. 복잡한 구성 없이 5분 안에 첫 번째 결과를 만들 수 있으며, 필요할 때만 세부 설정을 조정하면 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30947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8107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무설정 기본값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04694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1854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온보딩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78441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5601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심화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52188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89348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제공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옵션 비교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compare-2col 예시: 클라우드 vs 자체 호스팅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17446"/>
            <a:ext cx="5524348" cy="2501392"/>
          </a:xfrm>
          <a:prstGeom prst="roundRect">
            <a:avLst>
              <a:gd name="adj" fmla="val 2924"/>
            </a:avLst>
          </a:prstGeom>
          <a:solidFill>
            <a:srgbClr val="F4ECF7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17446"/>
            <a:ext cx="552434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82038"/>
            <a:ext cx="515858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7243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완전한 데이터 통제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5564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비용 최적화 가능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3885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커스터마이징 자유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2206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초기 설정 필요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0527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DevOps 역량 필요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98214"/>
            <a:ext cx="5158588" cy="256032"/>
          </a:xfrm>
          <a:prstGeom prst="roundRect">
            <a:avLst>
              <a:gd name="adj" fmla="val 28571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98214"/>
            <a:ext cx="51585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 보유 시 추천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0148" y="1917446"/>
            <a:ext cx="5524348" cy="2501392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0148" y="1917446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3028" y="2082038"/>
            <a:ext cx="515858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SaaS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93028" y="247243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즉시 사용 가능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93028" y="275564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 업데이트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3028" y="303885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서비스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93028" y="332206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사용량 기반 과금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93028" y="360527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99.9% SLA 보장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93028" y="3998214"/>
            <a:ext cx="5158588" cy="256032"/>
          </a:xfrm>
          <a:prstGeom prst="roundRect">
            <a:avLst>
              <a:gd name="adj" fmla="val 28571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3028" y="3998214"/>
            <a:ext cx="51585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시작에 추천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B2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시작해보세요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94484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D4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숏코드를 직접 사용해보며 나만의 가이드를 만들어보세요.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632808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template.md 열기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2026-05-11T01:58:12Z</dcterms:created>
  <dcterms:modified xsi:type="dcterms:W3CDTF">2026-05-11T01:58:12Z</dcterms:modified>
</cp:coreProperties>
</file>