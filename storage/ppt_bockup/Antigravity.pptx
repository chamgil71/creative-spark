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⚡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Antigravity — AI 개발 생산성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옵시디언, 노션, 깃허브, VS Code, Claude Code가 유기적으로 연결되는 AI 퍼스트 개발 워크플로우를 완성하세요.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개발자의 필수 도구 생태계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AI 개발 워크플로우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도구별 특성 비교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 극대화 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