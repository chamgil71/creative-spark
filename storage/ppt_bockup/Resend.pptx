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Resend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컴포넌트로 디자인하고 코드 몇 줄로 발송하는 개발자 친화적 이메일 API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Resend는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이메일 발송 서비스(SendGrid, AWS SES 등)는 강력하지만 API가 복잡하고, 메일 디자인을 위해 1990년대 방식의 &lt;table&gt; 태그 HTML을 억지로 작성해야 했습니다. Resend는 이러한 고통을 해결하기 위해 직관적인 API를 제공하며, 특히 React 컴포넌트를 이용해 이메일을 UI 짜듯이 개발할 수 있게 해주는 혁신적인 도구입니다.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Email 통합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HTML/CSS 대신 React 컴포넌트와 Tailwind CSS로 이메일 템플릿을 디자인합니다.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극강의 DX (개발자 경험)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Node, Python, Ruby 등 직관적인 공식 SDK를 제공하여 단 3줄의 코드로 이메일을 발송합니다.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트래킹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메일을 열었는지(Open), 링크를 클릭했는지(Click), 반송되었는지(Bounce) 대시보드에서 추적합니다.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뛰어난 도달률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전용 IP 및 도메인 인증 최적화를 통해 메일이 스팸함에 빠지는 것을 최소화합니다.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상황에서 필수로 사용됩니다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상황에서 필수로 사용됩니다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시스템 자동 알림 메일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스크립트(크롤러, 투자 분석기 등)에서 에러가 나거나 리포트가 완성됐을 때 알림을 받을 용도.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👋 회원가입 환영 메일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등으로 회원이 가입했을 때, 서비스 소개가 담긴 깔끔한 환영 메일을 자동 발송할 때.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결제 및 영수증 발송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전자상거래 또는 SaaS 서비스에서 구매자에게 상세한 결제 내역을 전송할 때.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시작하기: 3분 만에 메일 보내기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설정 없이 테스트 발송까지 매우 빠릅니다.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발송 흐름 (Node.js/TypeScript 기준)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발송 흐름 (Node.js/TypeScript 기준)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인증 (선택)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도메인(`@my-domain.com`)으로 보내려면 DNS에 Resend가 제공하는 TXT 레코드를 추가합니다.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 설치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패키지를 설치합니다. `npm install resend`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생성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발급받은 API 키로 Resend 인스턴스를 초기화합니다. `const resend = new Resend('re_123456');`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함수 작성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`resend.emails.send({ from, to, subject, html })` 형태로 발송 명령을 내립니다.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Email 연동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`html` 속성 대신 `react: &lt;MyTemplate /&gt;` 형식으로 내가 만든 리액트 컴포넌트를 바로 넣습니다.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7426960"/>
            <a:ext cx="11277295" cy="2379726"/>
          </a:xfrm>
          <a:prstGeom prst="roundRect">
            <a:avLst>
              <a:gd name="adj" fmla="val 307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76098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서비스와의 비교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" y="80264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서비스와의 비교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844423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Resend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SendGrid / AWS SES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난이도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낮음 (가입 즉시 테스트 가능)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(복잡한 권한 및 도메인 설정)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 디자인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React, Tailwind 지원 (트렌디함)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드래그앤드롭 빌더 또는 순수 HTML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플랜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3,000건 (일 100건)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100건(SendGrid) / 무료없음(SES)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프로젝트 적용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크롤링 봇 연동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 경매 리포트나 주식/배당금 분석 결과가 나오면, 파이썬용 `resend` 패키지를 이용해 요약된 데이터를 메일로 자동 전송합니다.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 자동 리포팅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62018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1746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Webhook 연동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71746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데이터베이스에 새 행(New Row)이 추가되면 Supabase Webhook이 Edge Function을 트리거하고, 거기서 Resend API를 호출하여 이메일을 보냅니다.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1746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1746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서버리스 알림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66837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6565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첨부파일 처리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6565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생성 라이브러리와 결합하여 월간 가계부(Budget) 분석 결과를 PDF로 변환 후, `attachments` 배열에 넣어 전송합니다.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76565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6565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공유 최적화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515870"/>
          </a:xfrm>
          <a:prstGeom prst="roundRect">
            <a:avLst>
              <a:gd name="adj" fmla="val 2908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 전환 시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 전환 시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테스트용 이메일 주소가 아닌 임의의 사용자에게 메일을 보내려면, 반드시 도메인 DNS 인증(DKIM/SPF)을 완료했는가?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이메일 내용에 수신 거부(Unsubscribe) 링크가 포함되어 스팸 정책을 준수하는가?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발송 실패(에러 캐치) 시 재시도 로직이나 슬랙/텔레그램 알림 등 폴백(Fallback) 수단을 마련했는가?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09900"/>
            <a:ext cx="64008" cy="37465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09900"/>
            <a:ext cx="10756087" cy="37465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64764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다크모드를 사용하는 이메일 클라이언트(애플 메일 등) 환경을 고려하여, 로고 이미지의 배경은 투명하게(PNG) 처리하고 텍스트 컬러 대비를 점검하는 것이 좋습니다.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