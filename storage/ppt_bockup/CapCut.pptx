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CapCut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영상, 자막, 템플릿, AI 편집까지 빠르게 완성하는 영상 제작 도구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CapCut은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CapCut은 모바일과 데스크톱에서 사용할 수 있는 영상 편집 도구입니다. 짧은 숏폼 영상부터 튜토리얼, 제품 소개, 강의 클립까지 빠르게 만들 수 있고, 자동 자막과 템플릿 기능 덕분에 초보자도 결과물을 빨리 확인할 수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용도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용도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03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3842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편집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16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릴스, 쇼츠, 틱톡용 세로 영상을 빠르게 제작합니다.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312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403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3842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자막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116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음성을 분석해 자막을 만들고 스타일을 입힙니다.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312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403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🎵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3842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음악과 효과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116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배경음악, 전환, 필터, 스티커를 쉽게 추가합니다.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31216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40360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384251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보조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11683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제거, 영상 보정, 텍스트 기반 편집을 활용합니다.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86664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4952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사람에게 특히 좋습니다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46608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사람에게 특히 좋습니다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1582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SNS 콘텐츠 제작자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촬영한 영상을 빠르게 자르고 자막을 붙여 게시용 영상으로 만들 수 있습니다.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1582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🛍️ 제품 소개 영상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문구를 활용해 쇼핑몰, 강의, 서비스 소개 영상을 짧게 제작합니다.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1582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강의·튜토리얼 클립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화면 녹화나 설명 영상을 짧은 학습 클립으로 정리할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편집 흐름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CapCut은 복잡한 편집 프로그램을 처음부터 배우기보다, "클립 넣기 → 자르기 → 자막 넣기 → 음악 넣기 → 내보내기" 흐름으로 익히는 편이 좋습니다.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프로젝트 만들기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프로젝트 만들기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 생성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 또는 데스크톱에서 새 프로젝트를 만들고 편집할 영상을 불러옵니다.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클립 자르기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없는 앞뒤 부분을 잘라내고 중요한 장면만 남깁니다.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자막 생성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음성이 있는 영상이라면 자동 자막을 생성하고 오타를 수정합니다.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음악과 효과 추가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분위기에 맞는 음악, 전환, 필터를 가볍게 추가합니다.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94272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63143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631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6558280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비율과 해상도 확인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6805168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쇼츠나 릴스는 9:16, 유튜브 일반 영상은 16:9로 맞춥니다.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728980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74269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7426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42416" y="735380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42416" y="760069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게시할 플랫폼에 맞춰 해상도와 프레임을 선택한 뒤 저장합니다.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8222488"/>
            <a:ext cx="11277295" cy="2891790"/>
          </a:xfrm>
          <a:prstGeom prst="roundRect">
            <a:avLst>
              <a:gd name="adj" fmla="val 253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8405368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초보자가 먼저 익힐 기능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5800" y="8821928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초보자가 먼저 익힐 기능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239758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클립 자르기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자주 쓰는 기본 편집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 Captions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자막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숏폼 시청 유지율을 높임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Text Style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자막 디자인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브랜드나 채널 톤을 맞춤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Remove Background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배경 제거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인물 중심 쇼츠에 유용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Templates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제작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 감각이 부족해도 결과가 좋음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제작 패턴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숏폼은 길이가 짧은 것보다 구조가 분명한 영상입니다. 처음 2초에 이유를 만들고, 중간에 핵심을 보여주고, 마지막에 행동을 유도합니다.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구성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구성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40360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튜토리얼형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9620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제시 → 단계 설명 → 결과 확인 순서로 구성합니다.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27228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27228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30초 사용법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62018" y="331216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1746" y="340360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소개형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1746" y="369620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→ 핵심 장점 → 사용 장면 → 구매/문의 유도 흐름이 좋습니다.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71746" y="427228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1746" y="427228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신제품 릴스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66837" y="331216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6565" y="340360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요약형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76565" y="369620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팁, 5가지 실수처럼 목록형으로 빠르게 전달합니다.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76565" y="427228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6565" y="427228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체크리스트 쇼츠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86664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04952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시간을 줄이는 요령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546608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시간을 줄이는 요령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61582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반복 포맷 저장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자막 위치, 폰트, 색상, 인트로 형식을 정해두면 매번 새로 디자인하지 않아도 됩니다.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62018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62018" y="61582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1746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71746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자동 자막 후 수정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371746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자막을 그대로 쓰기보다 고유명사와 줄바꿈을 다듬으면 완성도가 크게 올라갑니다.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66837" y="615823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66837" y="6158230"/>
            <a:ext cx="3667658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76565" y="626795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리듬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76565" y="648741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🥁 음악 박자에 컷 맞추기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176565" y="679831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전환을 음악 박자와 맞추면 단순한 영상도 더 전문적으로 보입니다.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내보내기와 운영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플랫폼마다 잘 보이는 비율과 길이가 다릅니다. 같은 영상을 모든 플랫폼에 그대로 올리기보다, 비율과 첫 화면 문구를 조금씩 조정하는 편이 좋습니다.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2635758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플랫폼별 기본값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플랫폼별 기본값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03784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2705024"/>
                <a:gridCol w="2705024"/>
                <a:gridCol w="270502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비율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길이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59B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YouTube Shorts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9:16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15-60초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2초 문구와 자막 가독성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Instagram Reels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9:16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7-30초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음악, 썸네일, 자막 스타일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TikTok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9:16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10-45초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전개와 반복 시청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YouTube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16:9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챕터, 제목, 썸네일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C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793488"/>
            <a:ext cx="11277295" cy="2990850"/>
          </a:xfrm>
          <a:prstGeom prst="roundRect">
            <a:avLst>
              <a:gd name="adj" fmla="val 2446"/>
            </a:avLst>
          </a:prstGeom>
          <a:solidFill>
            <a:srgbClr val="FFFFFF"/>
          </a:solidFill>
          <a:ln w="9525">
            <a:solidFill>
              <a:srgbClr val="E0C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4976368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전 체크리스트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5392928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전 체크리스트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5810758"/>
            <a:ext cx="10820095" cy="1187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첫 화면만 보고도 주제를 알 수 있는가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자막이 모바일 화면에서 읽히는가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음악 볼륨이 목소리를 가리지 않는가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로고나 중요한 글자가 화면 하단 UI에 가리지 않는가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플랫폼에 맞는 비율로 내보냈는가
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" y="7135368"/>
            <a:ext cx="64008" cy="37465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" y="7135368"/>
            <a:ext cx="10756087" cy="374650"/>
          </a:xfrm>
          <a:prstGeom prst="rect">
            <a:avLst/>
          </a:prstGeom>
          <a:solidFill>
            <a:srgbClr val="F4ECF7"/>
          </a:solidFill>
          <a:ln w="12700">
            <a:solidFill>
              <a:srgbClr val="F4EC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7190232"/>
            <a:ext cx="10628071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2C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같은 영상이라도 첫 문장과 썸네일 문구를 바꾸면 반응이 달라집니다. CapCut 프로젝트를 복제해서 A/B 버전을 만들어두면 비교하기 쉽습니다.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