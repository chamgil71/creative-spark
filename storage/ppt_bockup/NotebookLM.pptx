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📒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완전 정복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문서, 유튜브, 웹페이지를 업로드하면 — 내 자료 기반으로만 정확하게 답하는 AI 연구 도구. 환각(Hallucination)이 없습니다.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지원하는 소스 종류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사용 방법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개요 — AI 팟캐스트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사례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활용 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