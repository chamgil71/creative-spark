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🤖Manus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채팅이 아닌 실행 — 지시하면 스스로 웹을 탐색하고파일을 만들고 완성된 결과물을 가져오는 AI 에이전트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Manus란? — AI 에이전트의 패러다임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사례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