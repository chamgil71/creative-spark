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Selenium의 단점을 모두 극복한 MS의 차세대 웹 크롤링 및 자동 테스트 프레임워크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Playwright는 코드를 통해 크롬, 엣지, 파이어폭스 등 웹 브라우저를 직접 조종하는 라이브러리입니다. 프론트엔드 개발자들은 자신이 만든 화면이 잘 작동하는지 테스트(E2E)하는 용도로 쓰며, 자동화 개발자들은 화면에 동적으로 그려지는 뉴스, 부동산, 주식 데이터를 막힘없이 긁어오는(Crawling) 최강의 도구로 사용합니다.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대기 (Auto-wait)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요소가 화면에 나타날 때까지 알아서 기다려주어, `sleep(5)` 같은 불안정한 지연 코드를 쓸 필요가 없습니다.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🕵️‍♂️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렌더링 완벽 처리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React나 Vue로 만들어져 클릭하거나 스크롤해야만 데이터가 나오는 최신 웹사이트의 데이터를 쉽게 추출합니다.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트레이스 및 화면 녹화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중 에러가 나면, 스크립트가 어느 시점에서 멈췄는지 스크린샷과 비디오로 녹화해 줍니다.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컨텍스트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브라우저를 아예 새로 띄우지 않고 가벼운 '시크릿 탭' 형태로 여러 개를 동시에 열어 수집 속도를 극대화합니다.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압도적인 위력을 냅니다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상황에서 압도적인 위력을 냅니다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부동산/경매 데이터 수집가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지도를 이리저리 이동하고 팝업을 클릭해야만 볼 수 있는 복잡한 경매 사이트의 데이터를 매일 추출해야 할 때.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뉴스 애그리게이터 제작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여러 언론사를 돌며 특정 키워드의 기사 제목과 본문을 긁어내 리포트로 만들 때.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프론트엔드 QA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Vercel 배포 사이트에 "로그인 후 장바구니에 담기" 로직이 잘 도는지 매번 확인하기 귀찮을 때.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시작하기: 파이썬 기반 데이터 추출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BeautifulSoup이나 Requests로는 한계가 있는 동적 웹페이지를 공략하는 방법입니다.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크롤링 흐름 (Python 기준)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크롤링 흐름 (Python 기준)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및 브라우저 설치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`pip install playwright` 후, `playwright install`을 쳐서 구동용 브라우저를 다운로드합니다.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실행 설정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백그라운드에서 조용히 실행할지(Headless), 눈으로 보면서 디버깅할지(Headed) 설정합니다.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이동 및 조작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`page.goto("URL")`로 이동 후, `page.locator(".btn-search").click()` 처럼 요소를 특정해 액션을 취합니다.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추출 (평가)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`page.eval_on_selector_all()` 등을 사용하여 원하는 태그 내부의 텍스트(텍스트 콘텐츠)나 속성 값을 가져옵니다.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 및 종료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추출한 배열을 JSON이나 CSV로 가공하여 저장하고, 열어둔 브라우저 컨텍스트를 깔끔하게 종료합니다.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차단(봇 탐지) 우회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User-Agent 커스텀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실행 시 실제 모바일 기기나 특정 데스크톱 브라우저인 것처럼 User-Agent 값을 속여 접속합니다.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방지의 기본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1746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가로채기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71746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굳이 HTML을 긁지 않고, 브라우저의 네트워크 탭으로 오가는 XHR/Fetch API 응답(JSON)만 깔끔하게 빼냅니다.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1746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속도/정확도 최고 수준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6565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Stealth 플러그인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6565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매우 강력한 봇 방어(Cloudflare 등)가 걸려있다면, Playwright-stealth 모듈을 엮어 봇이 아닌 척 우회합니다.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76565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자동화 기술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515870"/>
          </a:xfrm>
          <a:prstGeom prst="roundRect">
            <a:avLst>
              <a:gd name="adj" fmla="val 290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배포 전 최적화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배포 전 최적화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불필요한 이미지나 폰트, CSS 로딩을 차단(Abort)하여 스크립트 실행 속도를 극대화했는가?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선택자(Selector)가 너무 길고 복잡해 사이트 디자인이 살짝만 바뀌어도 깨질 위험이 없는가? (Id나 Data 속성 권장)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크롤링 중 예기치 못한 팝업(광고, 공지사항)이 떴을 때 이를 무시하거나 닫아주는 예외 처리를 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37465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37465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선택자(Selector)를 찾는 데 시간을 낭비하지 마세요. 터미널에 playwright codegen &lt;사이트주소&gt;를 치면, 사용자가 클릭하고 입력하는 모든 행동을 즉석에서 파이썬/JS 코드로 자동 기록해 줍니다.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