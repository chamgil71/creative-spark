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🎨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 생성 완전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나노바나나 · GPT 이미지 — 텍스트 한 줄로 전문가급 이미지를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나노바나나 (Nanobanana)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Images 2.0 2026.04.21 출시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프롬프트 작성법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비교 &amp; 선택 가이드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871216"/>
          </a:xfrm>
          <a:prstGeom prst="roundRect">
            <a:avLst>
              <a:gd name="adj" fmla="val 2548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606698"/>
                <a:gridCol w="360669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🍌 나노바나나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🤖 GPT-4o 이미지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지원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네이티브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지원 (번역 필요시)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일 크레딧 제공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 Plus 플랜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삽입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제한적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정확한 텍스트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대화형 수정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✗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자연어 수정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참조 이미지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일부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완전 지원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스타일 다양성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사전 설정 풍부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프롬프트 의존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상업적 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용도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빠른 이미지, SNS, 무료 작업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포스터, 텍스트 포함, 정밀 작업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