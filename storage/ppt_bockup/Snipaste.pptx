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1732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📌Snipaste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Snipaste 가이드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캡처한 화면을 화면 위에 고정(Pin)시키는생산성을 바꾸는 스크린샷 도구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Snipaste란?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캡처 도구와의 결정적 차이 — 캡처한 이미지를 화면 위에 떠 있게(항상 위에 표시) 고정할 수 있습니다. 다른 창을 열어도 사라지지 않아 참조·비교 작업이 혁신적으로 편해집니다.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Pin 기능 — 멀티태스킹의 혁신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단축키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활용 시나리오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80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42416" y="1207008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07568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75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42416" y="2002536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34056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87121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871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42416" y="2798064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529584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66674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667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42416" y="3593592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2026-05-13T01:19:29Z</dcterms:created>
  <dcterms:modified xsi:type="dcterms:W3CDTF">2026-05-13T01:19:29Z</dcterms:modified>
</cp:coreProperties>
</file>