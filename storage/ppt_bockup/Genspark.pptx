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✨Genspark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Genspark 완전 활용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목록이 아닌 맞춤형 페이지로 — 검색 결과를 AI가즉석에서 종합 정리한 "Sparkpage"를 제공하는 차세대 검색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Sparkpage — 검색의 재발명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E6DF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구글 검색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✨ Genspark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형태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 목록 10개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AI 종합 정리 페이지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 통합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각 페이지 방문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수십 소스 자동 통합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 클릭 필요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인라인 출처 표시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공유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URL 공유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완성된 페이지 공유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Genspark 활용 시나리오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