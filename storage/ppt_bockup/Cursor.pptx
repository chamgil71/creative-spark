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🖱️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Code를 대체할 가장 강력한 AI 네이티브 코드 에디터이자 Vibe Coding의 끝판왕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호환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 수정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3.5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성능 탑재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제공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Cursor는 단순한 AI 자동완성 도구(예: Copilot)를 넘어, 에디터 자체가 AI와 깊게 통합된 차세대 개발 환경입니다. 사용자가 코드를 직접 치는 대신 "결제 연동 기능을 붙여줘"라고 명령하면, 여러 파일에 걸쳐 필요한 패키지를 설치하고 코드를 수정하는 등 실질적인 '동료 개발자' 역할을 수행합니다.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3182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2326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66217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 수정 (Composer)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3649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파일을 넘어, 여러 파일에 걸친 대규모 기능 추가나 리팩토링을 한 번의 지시로 해결합니다.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814" y="313182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2254" y="322326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2254" y="366217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코드베이스 이해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2254" y="393649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폴더를 스스로 읽고 맥락을 파악하여 엉뚱한 변수명이나 구조를 제안하지 않습니다.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4428" y="313182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868" y="322326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55868" y="366217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인라인 에디팅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5868" y="393649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중간에서 `Ctrl + K`를 누르고 "여기에 예외 처리 추가해"라고 치면 코드를 즉시 변경합니다.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8041" y="313182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322326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09481" y="366217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마이그레이션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09481" y="393649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VS Code에서 쓰던 모든 확장 프로그램, 테마, 단축키를 1초 만에 그대로 가져옵니다.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863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8691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56006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56006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66978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588924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Vibe Coder (바이브 코더)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620014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코드를 치기보다, AI에게 구조를 설명하고 리뷰하는 역할에 집중하고 싶은 분.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62018" y="556006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2018" y="556006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1746" y="566978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71746" y="588924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1인 풀스택 개발자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71746" y="620014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프론트엔드와 백엔드를 넘나들며 혼자서 수많은 파일을 관리하고 빠르게 기능을 붙여야 하는 분.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66837" y="556006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66837" y="556006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6565" y="566978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76565" y="588924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새로운 기술 스택 입문자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76565" y="620014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React 코드를 Svelte로 바꿔줘"처럼 모르는 언어나 프레임워크를 즉시 변환하며 배우고 싶은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5분 만에 Vibe Coding 세팅하기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다운로드부터 핵심 단축키 숙지까지 매우 직관적입니다.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149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149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95833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및 연동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320522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사이트에서 설치 후 첫 화면에서 'Use VS Code extensions'를 클릭해 기존 환경을 복사합니다.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8985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2701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2701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375386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탭(Tab) 자동완성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400075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치는 도중 회색 글씨가 나오면 `Tab`을 눌러 수락합니다. (Copilot보다 빠르고 똑똑합니다.)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8538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2254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2254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454939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 + K (코드 생성/수정)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479628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창에서 `Ctrl + K` (Mac: `Cmd + K`)를 누르고 원하는 로직을 한글로 입력해 코드를 생성합니다.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28091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1807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1807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534492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 + L (채팅 패널)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59181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패널을 열어 현재 파일이나 에러 메시지에 대해 질문합니다.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07644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621360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136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2416" y="614045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Composer 활용 (Ctrl + I)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" y="638733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기능은 `Ctrl + I`를 눌러 Composer 창을 열고, "다크모드를 전체 앱에 적용해"라고 명령합니다.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마스터를 위한 고급 단축키 및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Cursor의 진가는 '컨텍스트 멘션(@)' 기능에서 나옵니다.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컨텍스트 호출 패턴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9433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8577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@Files &amp; @Folders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27837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지시할 때 `@utils.js`처럼 특정 파일을 지목하면 해당 파일의 내용만 집중적으로 참고하여 코드를 짭니다.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85445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5445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200% 상승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89433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98577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@Web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1746" y="327837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라이브러리 사용법을 물어볼 때 `@Web`을 붙이면, AI가 실시간으로 인터넷을 검색해 최신 문법으로 코드를 짭니다.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1746" y="385445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85445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환각(할루시네이션) 방지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66837" y="289433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98577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@Docs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76565" y="327837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Supabase나 Tailwind 같은 공식 문서를 통째로 학습시킬 수 있습니다. 프레임워크 공식 문서를 AI의 뇌에 주입하세요.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6565" y="385445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85445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최적화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335530"/>
          </a:xfrm>
          <a:prstGeom prst="roundRect">
            <a:avLst>
              <a:gd name="adj" fmla="val 3132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반영 전 확인 사항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AI가 제안한 변경 사항(Diff)을 수락(Accept)하기 전, 기존 코드가 삭제되지 않았는지 확인했는가?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여러 파일이 동시에 변경되는 Composer 사용 후, 앱이 정상적으로 빌드(Run)되는지 테스트했는가?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키나 민감한 비밀번호를 하드코딩하라고 지시하지 않았는가? (.env 파일 활용 지시 필수)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92070"/>
            <a:ext cx="64008" cy="6121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592070"/>
            <a:ext cx="10756087" cy="6121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4693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프로젝트 최상단에 .cursorrules 라는 파일을 만들고 "항상 한국어로 답변할 것", "컴포넌트는 화살표 함수로 작성할 것" 등 나만의 코딩 규칙을 적어두세요. Cursor가 프로젝트 전체를 분석할 때 이 규칙을 최우선으로 학습하여 매번 지시하지 않아도 일관된 스타일의 코드를 작성해 줍니다.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4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대로 코딩되는 마법을 경험하세요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기능을 자연어로 설명하면 Cursor가 전체 프로젝트를 훑고 코드를 완성합니다.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24248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열기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2026-05-13T00:16:06Z</dcterms:created>
  <dcterms:modified xsi:type="dcterms:W3CDTF">2026-05-13T00:16:06Z</dcterms:modified>
</cp:coreProperties>
</file>