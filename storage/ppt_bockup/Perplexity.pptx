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1732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PPerplexity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Perplexity AI 완전 활용 가이드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목록이 아닌 답변을 주는 AI 검색 엔진 — 출처가 명시된실시간 웹 검색 기반 정확한 정보를 즉시 제공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&amp; 강점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모드 &amp; 활용법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플랜 선택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667658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3667658" cy="45720"/>
          </a:xfrm>
          <a:prstGeom prst="rect">
            <a:avLst/>
          </a:prstGeom>
          <a:solidFill>
            <a:srgbClr val="C8E6DF"/>
          </a:solidFill>
          <a:ln w="12700">
            <a:solidFill>
              <a:srgbClr val="C8E6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325880"/>
            <a:ext cx="1097280" cy="201168"/>
          </a:xfrm>
          <a:prstGeom prst="roundRect">
            <a:avLst>
              <a:gd name="adj" fmla="val 36364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3258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6928" y="1563624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62018" y="1143000"/>
            <a:ext cx="3667658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62018" y="1143000"/>
            <a:ext cx="3667658" cy="45720"/>
          </a:xfrm>
          <a:prstGeom prst="rect">
            <a:avLst/>
          </a:prstGeom>
          <a:solidFill>
            <a:srgbClr val="C8E6DF"/>
          </a:solidFill>
          <a:ln w="12700">
            <a:solidFill>
              <a:srgbClr val="C8E6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1746" y="1325880"/>
            <a:ext cx="1097280" cy="201168"/>
          </a:xfrm>
          <a:prstGeom prst="roundRect">
            <a:avLst>
              <a:gd name="adj" fmla="val 36364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71746" y="13258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 ⭐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371746" y="1563624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66837" y="1143000"/>
            <a:ext cx="3667658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66837" y="1143000"/>
            <a:ext cx="3667658" cy="45720"/>
          </a:xfrm>
          <a:prstGeom prst="rect">
            <a:avLst/>
          </a:prstGeom>
          <a:solidFill>
            <a:srgbClr val="C8E6DF"/>
          </a:solidFill>
          <a:ln w="12700">
            <a:solidFill>
              <a:srgbClr val="C8E6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76565" y="1325880"/>
            <a:ext cx="1097280" cy="201168"/>
          </a:xfrm>
          <a:prstGeom prst="roundRect">
            <a:avLst>
              <a:gd name="adj" fmla="val 36364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76565" y="13258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Enterprise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176565" y="1563624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AI 비교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2359152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820095" cy="914400"/>
        </p:xfrm>
        <a:graphic>
          <a:graphicData uri="http://schemas.openxmlformats.org/drawingml/2006/table">
            <a:tbl>
              <a:tblPr/>
              <a:tblGrid>
                <a:gridCol w="2164019"/>
                <a:gridCol w="2164019"/>
                <a:gridCol w="2164019"/>
                <a:gridCol w="2164019"/>
                <a:gridCol w="2164019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Perplexity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Genspark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 Gemini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 인용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모든 답변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Sparkpage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일부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 제한적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검색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항상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항상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Google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Bing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Deep Research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전용 모드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 에이전트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Gemini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일부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다중 AI 모델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Pro에서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✗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✗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✗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 사용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충분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충분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충분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충분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주력 강점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 신뢰성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Sparkpage 공유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 통합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범용 AI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2026-05-13T01:19:29Z</dcterms:created>
  <dcterms:modified xsi:type="dcterms:W3CDTF">2026-05-13T01:19:29Z</dcterms:modified>
</cp:coreProperties>
</file>