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&amp; 시각화 도구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 · Figma · Gamma — 누구나 전문가처럼 만드는 시각 콘텐츠의 모든 것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Canva — 누구나 디자이너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F. Figma — 협업 UI/UX 디자인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G. Gamma — AI 프레젠테이션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&amp; 조합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Canva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Figma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Gamma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 자료 빠르게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추천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추천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이미지·포스터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웹/앱 UI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협업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자동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최강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사용 범위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🟢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 어려움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🟢 매우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953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9684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" y="42793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2064" y="4517136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29779" y="42291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58379" y="38953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58379" y="39684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13243" y="42793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813243" y="4517136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30958" y="42291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59558" y="38953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9558" y="39684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14422" y="42793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14422" y="4517136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132137" y="42291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60737" y="38953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60737" y="39684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🖌️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15601" y="42793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프로토타입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15601" y="4517136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433316" y="42291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661916" y="3895344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61916" y="3968496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16780" y="4279392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716780" y="4517136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