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자원을 활용해 오픈소스 대규모 언어 모델(LLM)을 오프라인으로 실행하는 도구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Ollama는 Meta의 Llama 3, 구글의 Gemma 등 성능이 뛰어난 오픈소스 AI 모델을 로컬 환경(내 PC)에서 클릭 몇 번 또는 명령어 한 줄로 쉽게 다운로드하고 구동할 수 있게 해주는 런타임 플랫폼입니다.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프라이버시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연산이 내 컴퓨터 내부에서 이루어지므로 회사 기밀이나 개인 일기를 입력해도 외부로 유출되지 않습니다.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호환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Ollama를 실행하면 로컬에 `localhost:11434` API 서버가 열리며, 기존 OpenAI용으로 짠 코드를 URL만 바꿔 그대로 씁니다.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환경 지원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PC가 지저분해지는 것을 막기 위해 도커 컨테이너 내부에서도 완벽하게 구동 가능합니다.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Vibe 도구 연동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 Code, Cline(Claude Dev) 등 에디터 확장에 로컬 모델을 연결하여 무료 코딩 비서로 활용합니다.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86664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4952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46608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158230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보안에 민감한 개발자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API로 코드를 보내는 것이 규정상 금지되어 있어 혼자만의 로컬 AI 보조가 필요한 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158230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💳 Vibe Coding 헤비 유저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줄의 코드를 AI에게 읽히다 보니 API 비용(토큰 값)이 감당 안 되어 로컬로 전환하려는 분.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158230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프롬프트 실험가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RAG(검색 증강 생성) 기술이나 파이썬 랭체인(LangChain) 튜토리얼을 돈 걱정 없이 무제한으로 테스트하고 싶은 분.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터미널에서 AI와 대화하기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사용자의 경우 WSL2 환경이나 Docker Desktop을 통해 실행하는 것이 좋습니다.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실행 흐름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실행 흐름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설치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홈페이지에서 운영체제에 맞는 설치 파일을 받아 설치합니다. (윈도우/맥/리눅스 지원)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다운로드 및 실행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터미널을 열고 `ollama run llama3` (또는 원하는 모델명)을 입력하면 모델을 다운받은 뒤 대화창이 열립니다.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대화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창에 질문을 던지면 내 컴퓨터의 CPU/GPU 자원을 이용해 AI가 즉각 답변을 생성합니다.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활용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백그라운드에 켜둔 상태로, 파이썬이나 웹 서비스에서 `http://localhost:11434/api/generate` 로 요청을 보냅니다.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커스텀(Modelfile)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`FROM llama3`, `SYSTEM "너는 한국어 번역가야"` 형태의 파일로 나만의 맞춤형 에이전트를 빌드합니다.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가이드 및 활용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생태계에는 수많은 모델이 있습니다. PC 스펙(RAM)에 맞게 고르는 것이 핵심입니다.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1201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전용 (DeepSeek Coder 등)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40461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`ollama run deepseek-coder`. 코딩 지식에 특화된 모델로, 일반 모델보다 훨씬 정교한 코드 제안을 해줍니다.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98069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8069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코딩 파트너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62018" y="202057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1746" y="211201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가볍고 빠른 모델 (Gemma 등)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71746" y="240461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8~16GB인 미니 PC나 일반 랩톱에서도 쾌적하게 돌아가는 경량 모델입니다.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1746" y="298069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298069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요약/분류용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66837" y="202057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6565" y="211201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UI 연결 (Open-WebUI)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76565" y="240461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터미널이 불편하다면 도커로 `Open-WebUI`를 띄워 로컬에 챗GPT와 똑같이 생긴 깔끔한 웹 화면을 구축하세요.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76565" y="298069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298069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개인용 ChatGPT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5336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원활한 구동을 위한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원활한 구동을 위한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모델 크기에 비해 내 컴퓨터의 여유 메모리(RAM, VRAM)가 충분한가? (보통 7B 모델은 8GB RAM 권장)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윈도우 WSL2 환경이라면 Docker 및 WSL이 리소스를 충분히 할당받을 수 있도록 설정되었는가?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다른 컴퓨터나 로컬 네트워크 앱(웹서버 등)에서 접근하려면 환경 변수(OLLAMA_HOST)를 0.0.0.0으로 개방했는가?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6121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61214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52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Ollama의 가장 강력한 무기는 Modelfile입니다. Dockerfile을 짜듯 내가 자주 쓰는 프롬프트, 창의성(Temperature) 수치, 기본 지침을 파일에 저장해 두고 ollama create로 구워내면 매번 긴 설정을 입력할 필요가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