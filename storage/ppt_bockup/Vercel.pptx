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세계에서 가장 빠른 웹 배포와 강력한 개발자 경험을 제공하는 클라우드 플랫폼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Vercel은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Vercel은 복잡한 서버 인프라 지식 없이도 웹 애플리케이션을 배포하고 운영할 수 있게 해주는 '프론트엔드 클라우드'입니다. 특히 React, Next.js, Vue, Svelte 등 최신 프레임워크와 Quartz 같은 정적 사이트 생성기에 최적화되어 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가치와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575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가치와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Zero-Config 배포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설정 파일 없이도 프로젝트 구조를 분석하여 최적의 빌드 환경을 구성합니다.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브랜치별 프리뷰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브랜치를 만들 때마다 별도의 고유 URL을 생성하여 변경 사항을 미리 확인합니다.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Functions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아닌 사용자 근처의 네트워크(Edge)에서 코드를 실행하여 응답 속도를 극대화합니다.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Analytics &amp; Speed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 수 통계와 실제 사용자가 느끼는 웹 성능 점수(Web Vitals)를 실시간 모니터링합니다.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0413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870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상황에서 빛을 발합니다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70357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상황에서 빛을 발합니다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🖋️ 개발 블로그/포트폴리오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Quartz나 Astro로 만든 정적 사이트를 무료로, 가장 빠르게 운영하고 싶을 때.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👥 스타트업 및 팀 프로젝트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코드를 올리면 기획자가 즉시 배포된 화면을 보고 댓글로 피드백을 주고받을 때.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대규모 상용 서비스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급증 시 자동으로 서버 자원을 확장하고 안정적인 가용성을 보장받아야 할 때.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가이드 (Step-by-Step)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Vercel의 가장 큰 장점은 "설정할 것이 거의 없다"는 점입니다.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연결 순서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연결 순서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저장소 준비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배포할 소스 코드가 포함된 저장소(Repository)를 GitHub에 생성하고 Push합니다.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계정 연동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홈페이지에서 GitHub 계정으로 로그인하고 저장소 접근 권한을 승인합니다.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임포트 (Import)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대시보드에서 'Import'를 클릭해 배포를 원하는 저장소를 선택합니다.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변수(Env) 설정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키나 DB 비밀번호 등 보안이 필요한 값들을 대시보드의 'Environment Variables' 섹션에 입력합니다.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9427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6314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31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655828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및 배포 완료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680516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Deploy' 버튼을 누르면 약 1~2분 내로 글로벌 CDN에 배포된 실서비스 URL이 생성됩니다.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및 최적화 전략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효율적인 운영 패턴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효율적인 운영 패턴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345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5260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배포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8186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`main` 브랜치에 코드를 합치면(Merge) 실제 서비스 도메인에 즉시 반영됩니다.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39471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39471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CI/CD 자동화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62018" y="24345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1746" y="25260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도메인 설정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71746" y="28186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구입한 도메인을 연결하고, Vercel이 제공하는 무료 SSL 인증서를 통해 HTTPS를 자동 적용합니다.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1746" y="339471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1746" y="339471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및 브랜딩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66837" y="24345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6565" y="25260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서버리스 백엔드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76565" y="28186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`api/` 폴더에 코드를 넣는 것만으로 별도 서버 구축 없이 API 엔드포인트를 생성합니다.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76565" y="339471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6565" y="339471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API 서비스 적합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753360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운영을 위한 확인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운영을 위한 확인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0270"/>
            <a:ext cx="10820095" cy="949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배포 로그(Build Logs)에서 경고나 에러 메세지가 없는가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페이지의 이미지들이 최적화되어 빠르게 로딩되는가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도메인 연결 시 www 여부와 리다이렉트 설정이 올바른가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Vercel Analytics를 활성화하여 사용자 유입 경로를 추적 중인가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247390"/>
            <a:ext cx="64008" cy="37465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247390"/>
            <a:ext cx="10756087" cy="37465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302254"/>
            <a:ext cx="1062807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Quartz 사용자라면 Vercel은 필수입니다. .md 파일을 수정해 GitHub에 올리기만 하면, Vercel이 백그라운드에서 다시 빌드하여 수 초 내로 블로그 내용을 업데이트해줍니다.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