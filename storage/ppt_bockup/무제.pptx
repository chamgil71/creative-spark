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8187670"/>
          </a:xfrm>
          <a:prstGeom prst="roundRect">
            <a:avLst>
              <a:gd name="adj" fmla="val 64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네, 가능합니다! 제가 직접 파일을 생성해서 다운로드하실 수 있도록 링크를 드릴게요.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0053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Claude.md와 ChatGPT.md 두 가지 파일을 생성하겠습니다. 잠시만 기다려 주세요.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751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(파일 생성 중...)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449830"/>
            <a:ext cx="10820095" cy="1519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"files": [ { "filename": "Claude.md", "content": "--- \ntitle: Claude 완전 활용 가이드\nsubtitle: Anthropic의 AI 어시스턴트 — 모델 선택부터 프롬프트, 스킬, 프로젝트 설정까지\nstyle: ai-chat\nbadge: Anthropic · 2025\nlogo: 🤖\nheroCta:\n label: Claude 시작하기\n url: https://claude.ai\nstats:\n [blocked] - value: "3종"\n label: "모델 라인업"\n - value: "200K"\n label: "컨텍스트 토큰"\n - value: "무제한"\n label: "프로젝트 생성"\n - value: "50+"\n label: "연결 가능 서비스"\ndone:\n title: 지금 바로 Claude와 함께 생산성을 높이세요\n subtitle: 최적의 모델을 선택하고 시스템 프롬프트를 설정하여 당신만의 AI 워크플로우를 완성해보세요.\n ctaLabel: Claude.ai 방문\n ctaUrl: https://claude.ai\nfooter:\n [blocked] - "AI 도구 활용 교육 자료 — 내부 배포용"\n - "제공: Anthropic Claude · 2025"\n---\n\n# 1. 모델 선택 가이드\n\nClaude는 사용 목적에 따라 세 가지 모델 라인업을 제공합니다. 작업의 복잡도와 요구 속도에 맞춰 적절한 모델을 선택하세요.\n\n## 모델별 특징 및 추천 용도\n\n::: feature-grid\n- tag: 최고성능\n icon: 🧠\n title: Claude Opus\n desc: 복잡한 분석, 장문 보고서, 다단계 추론에 최적화된 가장 강력한 모델입니다. (속도는 상대적으로 느림)\n- tag: 추천\n icon: ⭐\n title: Claude Sonnet\n desc: 성능과 속도의 황금비율. 일상 업무, 코딩, 문서 작성에 가장 적합하며 대부분의 상황에서 최선의 선택입니다.\n- tag: 빠른응답\n icon: ⚡\n title: Claude Haiku\n desc: 단순 요약, 분류, 빠른 Q&amp;A에 최적화되어 있으며 API 활용 및 대량 처리에 매우 비용 효율적입니다.\n:::\n\n# 2. 시스템 프롬프트 &amp; 세부 설정\n\nClaude의 성능을 극대화하기 위해서는 명확한 페르소나와 출력 규칙을 정의하는 시스템 프롬프트 설정이 필수적입니다.\n\n## 시스템 프롬프트 구성 예시\n&gt; 설정 경로: 프로젝트 $\rightarrow$ 설정 $\rightarrow$ System Prompt에 입력\n\n- 역할 정의 (Persona): 당신은 한국 정부 ICT 정책 전문가입니다. 과기부 예산 문서를 분석하고, 정책 보고서를 작성하는 데 특화되어 있습니다.\n- 출력 형식 (Format): 한국어로 답변하세요. 보고서는 □ ○ ― 기호를 사용한 계층 구조로 작성하고, 핵심 수치는 표로 정리하세요.\n- 제약 조건 (Constraints): 출처를 명시하세요. 불확실한 내용은 "추가 확인 필요"로 표기하세요. 1차 문서 외 추측을 배제하세요.\n\n## 실전 시스템 프롬프트 템플릿\n\nmarkdown\n[역할] 당신은 {직책/전문분야} 전문가입니다.\n# 구체적일수록 좋음: \"시니어 파이썬 개발자\", \"한국어 카피라이터\"\n\n[맥락] 현재 {프로젝트명}을 진행 중입니다.\n{핵심 배경 정보 2-3줄}\n\n[출력 규칙]\n- 언어: 한국어 (기술 용어는 영문 병기)\n- 형식: {마크다운/표/리스트 등}\n- 길이: {간결/상세} 위주\n\n[금지 사항] 불필요한 서문 생략, 확인되지 않은 수치 사용 금지\n\n\n## 프롬프트 최적화 전략\n\n::: columns\n- title: 효과적인 프롬프트 기법\n desc: \n - Chain of Thought: "단계별로 생각하며 설명해줘"\n - Few-shot 예시: 입력$\rightarrow$출력 예시 2-3개 제공\n - XML 태그 구조화: &lt;context&gt;, &lt;task&gt;, &lt;format&gt; 활용\n - 역할 부여: "당신은 10년 경력의..."\n- title: Claude 고유 강점 활용\n desc: \n - 긴 문서 분석: 200K 토큰으로 책 한 권 분량 처리 가능\n - 정확한 지시 이해: 복잡한 조건도 빠짐없이 처리\n - 코드 작업: Claude Code 연동 시 개발 생산성 극대화\n - 윤리적 추론: 민감한 주제에서 균형 잡힌 시각 유지\n:::\n\n# 3. Claude 스킬 (Skills) 활용\n\n스킬은 Claude에게 특정 작업 방식을 학습시키는 지시 문서입니다. SKILL.md 파일로 관리하며, 프로젝트에 업로드하면 자동으로 적용됩니다.\n\n## 주요 활용 스킬 목록\n\n::: skill-list\n- icon: 📝\n title: HWPX 생성\n desc: 한글 보고서 양식 및 자동화 지원\n- icon: 📊\n title: Excel/PPTX\n desc: 데이터 분석 및 문서 생성 자동화\n- icon: 🤖\n title: AI 전략 보고서\n desc: 시장 분석 및 전략 수립 특화\n- icon: 🔤\n title: 문장 정규화\n desc: 일반 텍스트를 공문서 스타일로 변환\n- icon: 💻\n title: Frontend 설계\n desc: UI/UX 컴포넌트 설계 및 코드 생성\n- icon: 📖\n title: PDF 파싱\n desc: 복잡한 문서 구조 추출 및 정리\n:::\n\n&gt; 💡 TIP: SKILL.md에 "언제 이 스킬을 사용하는가"를 명확히 명시하고, 입출력 예시를 포함시키면 Claude가 상황에 맞춰 자동으로 적절한 스킬을 선택합니다.\n\n# 4. 프로젝트 (Projects) 설정\n\n프로젝트 기능을 통해 특정 업무에 최적화된 전용 AI 환경을 구축할 수 있습니다.\n\n## 프로젝트 활용 시나리오\n\n::: columns\n- title: 업무 자동화 프로젝트\n desc: \n - 시스템 프롬프트로 역할과 출력 형식 고정\n - SKILL.md 업로드로 전문 기능 추가\n - 참고 문서(예시 보고서)를 컨텍스트에 유지\n - 대화 히스토리로 맥락 지속 유지\n- title: 개발 지원 프로젝트\n desc: \n - 코드베이스 구조 문서를 프로젝트 파일로 업로드\n - 코딩 컨벤션, 스택 정보를 시스템 프롬프트에 명시\n - 에러 로그 첨부 시 즉시 디버깅 수행\n - Claude Code와 연동하여 직접 코드 실행\n:::\n\n## 프로젝트 구성 3단계\n\n::: steps\n- title: 시스템 프롬프트 설정\n desc: AI의 역할, 응답 형식, 제약 조건을 정의하여 기본 정체성을 설정합니다.\n- title: 지식 베이스 구축 (파일 업로드)\n desc: SKILL.md, 참고 문서, 원천 데이터 등을 업로드하여 전문 지식을 제공합니다.\n- title: 협업 및 공유\n desc: Team 플랜을 통해 구성원과 프로젝트를 공유하고 함께 워크플로우를 개선합니다.\n:::\n\n# 5. 연결 서비스 &amp; 통합\n\nClaude는 다양한 외부 도구와의 연동을 통해 단순 채팅 이상의 워크플로우를 제공합니다.\n\n## 지원 연동 서비스\n\n::: badge-grid\n- icon: 📧\n name: Gmail\n type: 이메일 자동화\n- icon: 📅\n name: Google Calendar\n type: 일정 관리\n- icon: 📁\n name: Google Drive\n type: 문서 접근\n- icon: 💬\n name: Slack\n type: 팀 커뮤니케이션\n- icon: 📋\n name: Notion\n type: 지식 베이스\n- icon: 🗄️\n name: Supabase\n type: DB 연동\n- icon: 🚀\n name: Vercel\n type: 배포 자동화\n- icon: 🐙\n name: GitHub\n type: 코드 관리\n:::\n\n&gt; 💡 TIP: MCP(Model Context Protocol) 서버를 활용하면 외부 서비스와 직접 연결됩니다. Claude Code에서 claude mcp add 명령으로 추가하여 Claude가 직접 서비스를 제어하게 하세요.\n\n## Claude API 활용 방식 비교\n\n| 활용 방식 | 특징 | 적합한 용도 |\n|-----------|------|-----------|\n| claude.ai (웹) | 설정 불필요, 즉시 사용 | 개인 업무, 프로토타이핑 |\n| Claude Code (CLI) | 터미널 직접 제어 및 실행 | 개발, 파일 시스템 자동화 |\n| API 직접 호출 | 완전한 커스터마이징 가능 | 서비스 개발, 대량 데이터 처리 |\n| Artifacts 내 AI | 앱 내 AI 기능 탑재 | 인터랙티브 도구 제작 |\n\n---\n\n## 마무리 체크리스트\n\n- [ ] 사용 목적에 맞는 모델(Opus/Sonnet/Haiku)을 선택했는가?\n- [ ] 시스템 프롬프트에 역할, 형식, 제약 조건이 구체적으로 정의되었는가?\n- [ ] 반복되는 전문 작업은 SKILL.md 파일로 체계화하여 업로드했는가?\n- [ ] 프로젝트 기능을 통해 업무별 컨텍스트를 분리하여 관리하고 있는가?\n- [ ] MCP 및 API 연동을 통해 단순 채팅 이상의 자동화 파이프라인을 구축했는가?\n" }, { "filename": "ChatGPT.md", "content": "--- \ntitle: ChatGPT 완전 활용 가이드\nsubtitle: OpenAI의 AI 어시스턴트 — GPT-5.4, ChatGPT Images 2.0, o3 추론 모델, GPTs, 메모리까지 완벽 정복\nstyle: ai-chat\nbadge: OpenAI · 2026\nlogo: 🟢\nheroCta:\n label: ChatGPT 시작하기\n url: https://chatgpt.com\nstats:\n [blocked] - value: "GPT-5.4"\n label: "최신 플래그십 모델"\n - value: "Images 2.0"\n label: "2026.04.21 출시"\n - value: "DALL·E 3"\n label: "이미지 생성 내장"\n - value: "메모리"\n label: "대화 기억 기능"\ndone:\n title: 최강의 AI 비서를 경험해보세요\n subtitle: 플랜 선택부터 GPTs 맞춤 설정까지, 당신의 워크플로우를 자동화하고 생산성을 극대화하세요.\n ctaLabel: ChatGPT 접속하기\n ctaUrl: https://chatgpt.com\nfooter:\n [blocked] - "AI 도구 활용 교육 자료 — 내부 배포용"\n - "OpenAI · 2026"\n---\n\n# 1. 플랜 선택 가이드\n\n사용자의 목적과 규모에 맞는 최적의 플랜을 선택하세요. 개인 사용자는 Plus, 기업 환경은 Team 플랜이 권장됩니다.\n\n::: plan-grid\n- title: Free\n badge: 무료\n features: GPT-4o (제한적) | 웹 검색 | 기본 이미지 생성 | 메모리 기능\n note: ₩0 / 월\n- title: Plus\n badge: 추천\n featured: "true"\n features: GPT-5.4 무제한 | o3 추론 모델 접근 | DALL·E 3 고급 | 파일 분석 및 코드 실행 | 고급 Voice 모드\n note: $20 / 월\n- title: Pro\n badge: 전문가\n features: o1 Pro 무제한 | o3 우선 접근 | 최고 성능 추론 | 연구자 및 전문가 특화\n note: $200 / 월\n- title: Team\n badge: 기업\n features: 팀 워크스페이스 | 데이터 학습 제외 | GPTs 팀 내 공유 | 관리자 콘솔 제공\n note: $25~30 / 월 / 인\n:::\n\n# 2. GPT 모델 라인업\n\n작업의 성격(속도 vs 정확도)에 따라 적절한 모델을 선택하여 효율을 높이세요.\n\n::: feature-grid\n- tag: 추천\n icon: ⭐\n title: GPT-5.4 (Flagship)\n desc: 코딩, 멀티모달, 추론 전반이 대폭 향상된 최신 모델입니다. 할루시네이션이 33% 감소하여 대부분의 일반 업무에 최선입니다.\n- tag: 추론\n icon: 🔬\n title: o3 (Reasoning)\n desc: 수학, 과학, 복잡한 코딩 등 다단계 추론에 특화된 모델입니다. 속도보다 정확성이 중요한 연구 및 전략 분석 작업에 최적입니다.\n- tag: 효율\n icon: ⚡\n title: GPT-5.4 mini / nano\n desc: 플래그십 수준의 이해력과 압도적인 속도를 제공합니다. 단순 요약, 번역, API 대량 처리에 매우 경제적입니다.\n:::\n\n# 3. 내장 도구 활용\n\nChatGPT 내부에 통합된 강력한 도구들을 활용하여 텍스트 이상의 결과물을 만들어보세요.\n\n::: icon-grid\n- icon: 🌐\n title: 웹 검색\n desc: Bing 연동 실시간 검색으로 최신 뉴스, 주가, 트렌드 정보를 즉시 확인합니다.\n- icon: 🎨\n title: Images 2.0\n desc: Thinking Mode 기반 이미지 생성. 한국어 텍스트 삽입이 정확하며 2K 고해상도를 지원합니다.\n- icon: 💻\n title: 코드 인터프리터\n desc: Python 코드를 직접 실행하여 데이터 분석 및 정교한 차트를 생성합니다.\n- icon: 📁\n title: 파일 분석\n desc: PDF, Word, Excel 등 다양한 문서에서 표를 추출하고 내용을 요약/분석합니다.\n- icon: 🎙️\n title: Advanced Voice\n desc: 감정 표현과 인터럽트가 가능한 자연스러운 실시간 음성 대화 기능을 제공합니다.\n- icon: 🤖\n title: GPTs (맞춤 AI)\n desc: 특정 업무에 특화된 시스템 프롬프트와 파일을 설정하여 나만의 전용 AI를 만듭니다.\n:::\n\n# 4. GPTs 설정 &amp; 시스템 프롬프트\n\nGPTs를 제작할 때 구체적인 지침을 제공하면 응답의 품질이 비약적으로 상승합니다.\n\n## 시스템 프롬프트 작성 예시 (정책 분석 보조 AI)\n\nmarkdown\n[Persona]\nYou are a Korean government ICT policy analyst assistant.\n\n[Tasks]\n1. Analyze policy documents uploaded by the user.\n2. Summarize key points in structured Korean format (□ ○ ―).\n3. Compare with similar international cases when relevant.\n4. Always cite specific page numbers and clauses.\n\n[Constraints]\n- Language: Always respond in Korean unless asked otherwise.\n- Format: Use tables for data comparison. Keep responses concise.\n\n\n&gt; 💡 TIP: GPTs vs 프로젝트의 차이점을 기억하세요. GPTs는 Store에 배포하여 타인과 공유하는 '독립 앱' 형태이며, 프로젝트(Project)는 개인의 지식 베이스를 저장하는 '워크스페이스' 형태입니다.\n\n# 5. 메모리 &amp; 개인화\n\nChatGPT는 사용자의 선호도와 과거 대화 맥락을 기억하여 개인화된 경험을 제공합니다.\n\n::: icon-grid\n- icon: 💾\n title: 자동 저장\n desc: 대화 중 중요한 정보를 자동으로 기억하며, "~를 기억해줘"라고 명시적으로 요청할 수 있습니다.\n- icon: 🔄\n title: 대화 간 지속\n desc: 새로운 채팅 세션에서도 이전 기억을 유지하여 매번 반복해서 설명할 필요가 없습니다.\n- icon: ✏️\n title: 수동 편집\n desc: [설정 $\rightarrow$ 개인화 $\rightarrow$ 메모리] 메뉴에서 저장된 내용을 직접 확인하고 수정/삭제할 수 있습니다.\n- icon: 🔒\n title: 프라이버시 제어\n desc: 임시 채팅(Temporary Chat) 모드를 통해 메모리 기록 없이 보안 대화를 나눌 수 있습니다.\n:::\n\n---\n\n## 마무리 체크리스트\n\n- [ ] 현재 작업에 맞는 모델(5.4 / o3 / mini)을 선택했는가?\n- [ ] 데이터 분석이나 이미지 생성이 필요한 경우 내장 도구를 적절히 호출했는가?\n- [ ] 반복되는 업무를 위해 GPTs의 시스템 프롬프트를 최적화했는가?\n- [ ] 메모리 기능을 통해 내 업무 스타일과 선호도가 반영되고 있는가?\n- [ ] 보안이 중요한 데이터의 경우 '임시 채팅' 또는 '학습 제외' 설정을 확인했는가?\n" } ] 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778635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링크에서 각 파일을 다운로드하세요.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816100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📄 Claude.md 다운로드 [blocked]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📄 ChatGPT.md 다운로드 [blocked]
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87731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_(참고: 만약 위 링크가 작동하지 않는 환경이라면, 채팅창의 내용을 복사해서 .md 확장자로 저장해 주세요!)_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2026-05-13T00:16:06Z</dcterms:created>
  <dcterms:modified xsi:type="dcterms:W3CDTF">2026-05-13T00:16:06Z</dcterms:modified>
</cp:coreProperties>
</file>