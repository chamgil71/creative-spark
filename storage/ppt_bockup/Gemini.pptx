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Gemini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Gemini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Google의 멀티모달 AI — 텍스트·이미지·영상·음성을 한 번에 처리하는 차세대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모델 라인업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&amp; 강점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효과적인 프롬프트 &amp; Gems 설정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Workspace 통합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활용 — AI Studio &amp; API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