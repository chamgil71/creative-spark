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ChatGPT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OpenAI의 AI 어시스턴트 — GPT-5.4, ChatGPT Images 2.0, o3 추론 모델, GPTs, 메모리까지 완벽 정복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선택 가이드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16454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716454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56362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185623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GPT-4o (제한적)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11226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웹 검색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36829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이미지 생성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624328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메모리 기능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1143000"/>
            <a:ext cx="2716454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814" y="1143000"/>
            <a:ext cx="2716454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0542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0542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 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0542" y="156362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0542" y="185623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GPT-5.4 무제한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0542" y="211226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o3 추론 모델 접근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0542" y="236829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DALL·E 3 고급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0542" y="2624328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분석·코드 실행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0542" y="2880360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Voice 모드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4428" y="1143000"/>
            <a:ext cx="2716454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4428" y="1143000"/>
            <a:ext cx="2716454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4156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4156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74156" y="156362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74156" y="185623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o1 Pro 무제한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4156" y="211226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o3 우선 접근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4156" y="236829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최고 성능 추론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74156" y="2624328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전문가·연구자 대상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18041" y="1143000"/>
            <a:ext cx="2716454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8041" y="1143000"/>
            <a:ext cx="2716454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27769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27769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127769" y="156362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27769" y="185623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워크스페이스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27769" y="211226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학습 제외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27769" y="236829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GPTs 공유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27769" y="2624328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관리자 콘솔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모델 라인업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도구 활용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GPTs 설정 &amp; 시스템 프롬프트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&amp; 개인화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