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03120"/>
            <a:ext cx="164592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🔍Everything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Everything (에브리띵) 가이드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파일 검색을 완전히 바꾸는 도구수백만 개의 파일을 0.1초 안에 찾아내는 인덱싱 검색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Everything인가?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문법 &amp; 고급 쿼리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0"/>
            <a:ext cx="1095725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&amp; 설정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BDE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207008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BDE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7568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2416" y="2002536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34056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BD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712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2416" y="2798064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BDE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6674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66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" y="3593592"/>
            <a:ext cx="10600639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2026-05-13T01:19:29Z</dcterms:created>
  <dcterms:modified xsi:type="dcterms:W3CDTF">2026-05-13T01:19:29Z</dcterms:modified>
</cp:coreProperties>
</file>