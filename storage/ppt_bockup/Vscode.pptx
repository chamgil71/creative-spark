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VS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완전 정복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Microsoft가 만든 무료 오픈소스 코드 에디터. 가볍고, 빠르고, 확장 가능합니다. AI 코딩 도구의 허브입니다.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에디터 살펴보기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확장 프로그램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Code의 AI 코딩 도구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단축키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실전 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