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🪣Grabit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Grabit (그랩잇)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웹페이지의 수많은 이미지를 클릭 한 번으로일괄 수집하는 크롬 익스텐션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문제를 해결하나?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&amp; 사용법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