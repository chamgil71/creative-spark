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🔮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옵시디언(Obsidian) 완전 정복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기반의 강력한 노트 앱. 내 데이터는 내 컴퓨터에, 지식은 그래프로 연결되어 새로운 인사이트를 만들어냅니다.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옵시디언이란?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알아야 할 핵심 기능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뷰: 지식 지도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커뮤니티 플러그인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단축키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활용 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