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개발자도 백엔드를 완벽하게 다룰 수 있게 해주는 오픈소스 Firebase 대안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Supabase는 데이터베이스 연동, 사용자 인증(회원가입/로그인), 스토리지(파일 저장), 실시간 데이터 업데이트 등 백엔드 개발에 필요한 모든 기능을 하나의 대시보드와 클라이언트 라이브러리로 제공하는 BaaS(Backend as a Service)입니다. Firebase와 비슷하지만, 관계형 데이터베이스인 PostgreSQL을 사용하여 복잡한 데이터 분석과 쿼리에 훨씬 강력합니다.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API 및 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대시보드에서 테이블(엑셀 시트 형태)을 만들면 CRUD 조작이 가능한 REST 및 GraphQL API가 즉시 생성됩니다.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Auth (인증)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이메일/비밀번호 로그인은 물론, 구글, 깃허브 등 소셜 OAuth 로그인을 클릭 몇 번으로 구현합니다.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(Row Level Security)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레벨에서 "본인이 쓴 글만 지울 수 있다" 같은 정교한 보안 정책을 설정합니다.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이미지나 문서를 저장하고 최적화하여 서빙하는 S3 호환 클라우드 스토리지를 제공합니다.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프레임워크와 찰떡궁합입니다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프레임워크와 찰떡궁합입니다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⚛️ React + Vite 생태계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Vite로 빌드한 React 앱(대시보드 등)에 SDK를 붙여 즉각적으로 데이터를 불러오고 인증을 유지합니다.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Next.js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사이드 렌더링(SSR) 환경에서도 안전하게 쿠키 기반으로 사용자 세션을 유지할 수 있는 툴킷을 제공합니다.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Flutter / React Native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웹뿐만 아니라 모바일 환경에서도 동일한 백엔드 인프라를 완벽하게 공유하여 사용합니다.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프론트엔드와 연결하기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서버 프레임워크(Spring, Express 등) 없이 프론트엔드에서 직접 DB를 제어합니다.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React(Vite) 앱 연결 흐름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React(Vite) 앱 연결 흐름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생성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대시보드에서 새 프로젝트를 생성하고 URL과 `anon_key`를 발급받습니다.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설치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React 프로젝트 터미널에서 `npm install @supabase/supabase-js`를 실행합니다.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초기화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`.env` 파일에 키를 넣고, `createClient(URL, KEY)`를 사용해 Supabase 객체를 생성합니다.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(인증) 구현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`supabase.auth.signInWithPassword()` 함수 하나로 로그인 UI에 기능을 붙입니다.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쿼리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`const { data, error } = await supabase.from('budgets').select('*')` 처럼 직관적으로 데이터를 불러옵니다.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7426960"/>
            <a:ext cx="11277295" cy="2635758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76098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vs Supabase 핵심 비교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80264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vs Supabase 핵심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844423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Firebase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종류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RDBMS (PostgreSQL) - 구조적 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NoSQL - 비정형/계층적 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결합(JOIN)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쉬움 (외래키 활용)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구조상 어렵거나 불가능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마이그레이션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순수 SQL이라 타 서버로 이전 쉬움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 생태계 종속성 높음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러닝 커브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지식이 약간 필요함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다루듯 직관적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구축 시 주의/활용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예산 분석 대시보드처럼 데이터를 정밀하게 다루는 앱에서 중요한 포인트입니다.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1201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Level Security (RLS) 활성화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40461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테이블을 만들면 기본적으로 모든 접근이 차단됩니다. 반드시 "인증된 사용자는 자신의 데이터만 Select/Insert 할 수 있다"는 RLS 정책을 설정해야 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98069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8069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유출 방지 1순위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62018" y="202057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1746" y="211201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CLI 및 타입스크립트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71746" y="240461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CLI를 이용해 DB 스키마를 TypeScript 타입으로 자동 추출(`gen types`)하여 프론트엔드 개발 시 완벽한 자동완성을 누릴 수 있습니다.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1746" y="298069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298069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에러 사전 차단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66837" y="202057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6565" y="211201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76565" y="240461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처리나 외부 API 통신처럼 프론트엔드에서 노출되면 안 되는 보안 로직은 Deno 기반의 Edge Function에 작성하여 실행합니다.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76565" y="298069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298069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로직 분리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5336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필수 보안 점검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필수 보안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.env 파일에 service_role 키(모든 권한을 가진 마스터 키)가 노출되지 않았는가? (반드시 anon_key만 사용)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예산, 금융 데이터 등이 저장된 민감한 테이블에 RLS(행 수준 보안)가 정확히 켜져 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이메일 회원가입 시 인증 메일 템플릿과 리다이렉트 URL이 실제 배포된 사이트(예: Vercel 도메인)로 설정되었는가?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6121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61214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52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React + Vite로 'BudgetN' 같은 프로젝트를 구성할 때, 로그인 세션이 리프레시될 때 깜빡임(Flicker) 현상이 생길 수 있습니다. 이를 방지하려면 Supabase의 onAuthStateChange 리스너를 앱 최상단에 배치하여 유저 상태를 전역 상태(Zustand 등)에 동기화하는 패턴을 사용하세요.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