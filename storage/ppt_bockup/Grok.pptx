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Grok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Grok 완전 활용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Elon Musk의 xAI가 만든 AI — X(트위터) 실시간 데이터와Aurora 이미지 생성으로 무장한 차세대 어시스턴트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&amp; 강점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Grok의 특별한 위치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 &amp; 접근 방법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667658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3667658" cy="45720"/>
          </a:xfrm>
          <a:prstGeom prst="rect">
            <a:avLst/>
          </a:prstGeom>
          <a:solidFill>
            <a:srgbClr val="C8E6DF"/>
          </a:solidFill>
          <a:ln w="12700">
            <a:solidFill>
              <a:srgbClr val="C8E6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325880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3258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1563624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62018" y="1143000"/>
            <a:ext cx="3667658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62018" y="1143000"/>
            <a:ext cx="3667658" cy="45720"/>
          </a:xfrm>
          <a:prstGeom prst="rect">
            <a:avLst/>
          </a:prstGeom>
          <a:solidFill>
            <a:srgbClr val="C8E6DF"/>
          </a:solidFill>
          <a:ln w="12700">
            <a:solidFill>
              <a:srgbClr val="C8E6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1746" y="1325880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1746" y="13258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Premium ⭐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71746" y="1563624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66837" y="1143000"/>
            <a:ext cx="3667658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6837" y="1143000"/>
            <a:ext cx="3667658" cy="45720"/>
          </a:xfrm>
          <a:prstGeom prst="rect">
            <a:avLst/>
          </a:prstGeom>
          <a:solidFill>
            <a:srgbClr val="C8E6DF"/>
          </a:solidFill>
          <a:ln w="12700">
            <a:solidFill>
              <a:srgbClr val="C8E6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76565" y="1325880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6565" y="13258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SuperGrok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176565" y="1563624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활용 팁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