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Everything (에브리띵)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파일 검색을 완전히 바꾸는 도구 수백만 개의 파일을 0.1초 안에 찾아내는 인덱싱 검색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왜 Everything인가?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24348" cy="2303780"/>
          </a:xfrm>
          <a:prstGeom prst="roundRect">
            <a:avLst>
              <a:gd name="adj" fmla="val 3175"/>
            </a:avLst>
          </a:prstGeom>
          <a:solidFill>
            <a:srgbClr val="E6F4F0"/>
          </a:solidFill>
          <a:ln w="19050">
            <a:solidFill>
              <a:srgbClr val="10A3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52434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2588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🐌 Windows 기본 검색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653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인덱스 없는 폴더 탐색기 검색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0485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드라이브 전체 스캔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로딩 인디케이터 대기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149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하나씩 순차 검색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0786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0786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시간: 30초 ~ 5분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0148" y="1143000"/>
            <a:ext cx="5524348" cy="23037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0148" y="1143000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8748" y="132588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Everything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8748" y="17653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Win+Alt+E로 실행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8748" y="20485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파일명 타이핑 시작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38748" y="23317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입력과 동시에 결과 표시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38748" y="26149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전체 드라이브 즉시 완료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38748" y="300786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8748" y="300786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시간: 0.1초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721100"/>
            <a:ext cx="11277295" cy="877570"/>
          </a:xfrm>
          <a:prstGeom prst="roundRect">
            <a:avLst>
              <a:gd name="adj" fmla="val 833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903980"/>
            <a:ext cx="64008" cy="37465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903980"/>
            <a:ext cx="10756087" cy="37465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958844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동작 원리: Windows NTFS의 MFT(Master File Table)를 직접 읽어 모든 파일 정보를 메모리에 인덱싱. 설치 직후 빠르게 인덱스 구축 후 실시간 업데이트.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검색 문법 &amp; 고급 쿼리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5272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*.xlsx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147218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확장자 파일 전체 검색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*.pptx, *.pdf, *.py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814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814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0542" y="125272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2025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0542" y="147218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단어 모두 포함 (AND)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0542" y="178308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띄어쓰기 = AND 조건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4428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4428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4156" y="125272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ext:xlsx dm:today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74156" y="147218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수정된 Excel 파일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4156" y="178308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dm:yesterday / dm:thisweek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18041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8041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7769" y="125272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path:C:\Projects *.py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27769" y="147218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폴더 내에서만 검색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27769" y="178308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+ 파일명 조합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65176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76148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size:&gt;10mb *.mp4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928" y="298094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10MB 초과 MP4 파일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329184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size:&lt;1mb, size:1mb..100mb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0814" y="265176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814" y="265176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0542" y="2761488"/>
            <a:ext cx="24969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regex:2025\d{4}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20542" y="298094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패턴 검색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20542" y="3291840"/>
            <a:ext cx="249699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사용자 패턴 매칭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11277295" cy="877570"/>
          </a:xfrm>
          <a:prstGeom prst="roundRect">
            <a:avLst>
              <a:gd name="adj" fmla="val 833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480560"/>
            <a:ext cx="64008" cy="37465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" y="4480560"/>
            <a:ext cx="10756087" cy="37465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4535424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자주 쓰는 쿼리 저장: 자주 사용하는 검색식은 Bookmarks로 저장 가능. 예: "*.pptx dm:thismonth" → "이달 PPT 파일"로 즐겨찾기.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주요 기능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실시간 인덱스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563624"/>
            <a:ext cx="249699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생성·삭제·이동 즉시 반영. 항상 최신 상태 유지.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814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814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0542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🖱️ 우클릭 메뉴 통합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0542" y="1563624"/>
            <a:ext cx="249699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결과에서 우클릭 → 열기·경로 복사·폴더 열기 즉시 실행.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4428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4428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4156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HTTP 서버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4156" y="1563624"/>
            <a:ext cx="249699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내부망에서 Everything을 웹 서버로 실행. 다른 PC에서 검색 가능.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18041" y="1143000"/>
            <a:ext cx="271645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18041" y="1143000"/>
            <a:ext cx="271645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7769" y="1252728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⌨️ 글로벌 단축키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27769" y="1563624"/>
            <a:ext cx="249699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창에서도 Win+Alt+E로 즉시 검색창 호출 (설정 가능).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설치 &amp; 설정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2070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voidtools.com 접속 → Everything 다운로드 및 설치 (무료)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45389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32/64비트 선택. 설치 파일 크기 2MB 이하로 매우 가벼움.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756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200253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실행 시 자동 인덱싱 시작 (수십 초 ~ 수 분)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224942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 환경에서는 100만 파일도 1분 이내 완료. 이후 실시간 업데이트.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71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27980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→ Options → 글로벌 단축키 설정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04495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Win+Alt+E 또는 원하는 단축키로 변경. 시작 프로그램에 등록 권장.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35935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트레이에 상주하며 백그라운드 실행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384048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CPU·RAM 점유율 거의 0%. 항상 켜두어도 성능 영향 없음.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462272"/>
            <a:ext cx="11277295" cy="877570"/>
          </a:xfrm>
          <a:prstGeom prst="roundRect">
            <a:avLst>
              <a:gd name="adj" fmla="val 833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45152"/>
            <a:ext cx="64008" cy="37465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645152"/>
            <a:ext cx="10756087" cy="37465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4700016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PowerToys Run 연동: Microsoft PowerToys 설치 후 Alt+Space → Everything 플러그인 활성화. PowerToys Run 검색창에서 Everything 검색 동시 사용 가능.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