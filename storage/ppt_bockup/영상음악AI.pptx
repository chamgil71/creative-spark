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AV영상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영상 &amp; 음악 생성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Sora · Google Flow · Veo 3 · Runway — 텍스트 한 줄로 영상을Suno · Udio · Lyria 2 — 프롬프트로 완성된 음악을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영상 생성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14300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Flow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33856" y="123444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3856" y="150876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labs.google/flow · Veo 3 기반 AI 영화 제작 플랫폼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55503" y="14081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Pro/Ultra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14884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Sora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33856" y="224028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3856" y="251460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sora.com · OpenAI · 물리 시뮬레이션 기반 영상 생성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55503" y="24140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Plus 이상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1277295" cy="7315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15468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" y="3246120"/>
            <a:ext cx="94667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 Gen-4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3520440"/>
            <a:ext cx="946678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runwayml.com · 영상 편집 특화 AI 플랫폼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55503" y="34198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무료/Pro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음악 생성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DeepMind의 Lyria 2 음악 생성 모델이 Google Flow에 통합됩니다. 영상 생성 시 배경음악 자동 생성, 분위기에 맞는 사운드트랙 제작. 뮤지션들과 협업하여 개발된 모델로 음악적 완성도가 높음. YouTube MusicFX에서도 사용 가능.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 가이드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영화적 단편 영상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Flow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Ingredients 시스템으로 캐릭터 일관성 유지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현실적 물리 영상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Sora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 시뮬레이션 이해, 가장 자연스러운 움직임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→ 영상 변환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Runway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 이미지 애니메이션, 세밀한 모션 제어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완성된 노래 빠르게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Suno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가사+음악 동시 생성, 무료 플랜 충분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고품질 음악·상업용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Udio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스템 분리, 높은 믹싱 품질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영상+음악 통합 제작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Flow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Veo 3 + Lyria 2 + Imagen 4 올인원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