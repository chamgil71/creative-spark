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03120"/>
            <a:ext cx="164592" cy="155448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41732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N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노션(Notion) 완전 정복 가이드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노트, 문서, 데이터베이스, 프로젝트 관리를 하나의 플랫폼에서. 개인부터 팀까지 유연하게 활용할 수 있는 올인원 생산성 도구입니다.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노션의 기본 단위: 블록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노션의 핵심: 데이터베이스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Notion AI — 내장 AI 어시스턴트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단축키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노션 활용 팁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2026-05-13T01:19:29Z</dcterms:created>
  <dcterms:modified xsi:type="dcterms:W3CDTF">2026-05-13T01:19:29Z</dcterms:modified>
</cp:coreProperties>
</file>