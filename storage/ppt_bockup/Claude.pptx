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Claude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AI 어시스턴트 — 모델 선택부터 프롬프트, 스킬, 프로젝트 설정까지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가이드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 &amp; 세부 설정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스킬 (Skills) 활용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Claude에게 특정 작업 방식을 학습시키는 지시 문서입니다. SKILL.md 파일로 관리하며, 프로젝트에 업로드하면 자동으로 적용됩니다.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(Projects) 설정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🗂️프로젝트 구성 3단계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서비스 &amp; 통합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217928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📡Claude API 활용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4244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적합한 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claude.ai (웹)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불필요, 즉시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업무, 프로토타이핑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(CLI)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직접 제어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개발, 파일 자동화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직접 호출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완전한 커스터마이징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개발, 대량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Artifacts 내 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내 AI 기능 탑재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인터랙티브 도구 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