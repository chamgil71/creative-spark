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64592" cy="15544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19456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n8n 완전 활용 가이드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2918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코딩과 노코드의 장점만 결합한 강력한 워크플로우 자동화 및 AI 에이전트 구축 플랫폼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n8n은 어떤 도구인가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977900"/>
          </a:xfrm>
          <a:prstGeom prst="roundRect">
            <a:avLst>
              <a:gd name="adj" fmla="val 7481"/>
            </a:avLst>
          </a:prstGeom>
          <a:solidFill>
            <a:srgbClr val="FFFFFF"/>
          </a:solidFill>
          <a:ln w="9525">
            <a:solidFill>
              <a:srgbClr val="BCEF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474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n8n(엔에이트엔)은 다양한 웹 서비스(텔레그램, 구글 시트, 깃허브 등)와 커스텀 스크립트를 시각적인 노드(Node) 형태로 연결해 주는 자동화 플랫폼입니다. 특히 최근에는 LLM(대규모 언어 모델)을 노드에 직접 연결하여, 스스로 생각하고 판단하는 'AI 에이전트'를 구축하는 기능이 매우 강력해졌습니다.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58060"/>
            <a:ext cx="11277295" cy="1154430"/>
          </a:xfrm>
          <a:prstGeom prst="roundRect">
            <a:avLst>
              <a:gd name="adj" fmla="val 6337"/>
            </a:avLst>
          </a:prstGeom>
          <a:solidFill>
            <a:srgbClr val="FFFFFF"/>
          </a:solidFill>
          <a:ln w="9525">
            <a:solidFill>
              <a:srgbClr val="BCEF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4094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보는 핵심 기능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85750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보는 핵심 기능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54965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BCEF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64109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408000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무제한 워크플로우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35432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유료 플랜(Zapier 등)과 달리, 도커(Docker)로 직접 호스팅하면 실행 횟수 제한 없이 무료로 씁니다.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10814" y="354965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BCEF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2254" y="364109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🐍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402254" y="408000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커스텀 코드 실행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02254" y="435432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파이썬이나 자바스크립트 코드를 노드 안에 직접 삽입하여 복잡한 데이터 가공 로직을 수행합니다.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64428" y="354965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BCEF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5868" y="364109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🎣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55868" y="408000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Webhook 트리거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55868" y="435432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URL로 신호가 들어오면 즉시 파이프라인이 실행되도록 하여 실시간 알림 시스템을 만듭니다.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18041" y="354965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BCEF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09481" y="364109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109481" y="408000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Advanced AI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09481" y="435432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LangChain 개념이 내장되어 있어, OpenAI나 로컬 LLM을 연결해 텍스트를 분류하고 요약하는 파이프라인을 짭니다.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5104130"/>
            <a:ext cx="11277295" cy="1154430"/>
          </a:xfrm>
          <a:prstGeom prst="roundRect">
            <a:avLst>
              <a:gd name="adj" fmla="val 6337"/>
            </a:avLst>
          </a:prstGeom>
          <a:solidFill>
            <a:srgbClr val="FFFFFF"/>
          </a:solidFill>
          <a:ln w="9525">
            <a:solidFill>
              <a:srgbClr val="BCEF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28701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분들께 강력 추천합니다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" y="570357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분들께 강력 추천합니다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639572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BCEF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6395720"/>
            <a:ext cx="3667658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650544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66928" y="6724904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🖥️ 홈 서버 / NAS 운영자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66928" y="7035800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24시간 켜져 있는 미니 PC 환경을 활용해 정기적인 크롤링이나 데이터 백업을 스케줄링하고 싶은 분.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262018" y="639572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BCEF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62018" y="6395720"/>
            <a:ext cx="3667658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71746" y="650544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371746" y="6724904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📈 데이터 파이프라인 설계자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371746" y="7035800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주식/부동산 데이터 수집 -&gt; AI 분석 -&gt; 텔레그램 알림 발송"과 같은 복잡한 흐름을 한눈에 관리하고 싶은 분.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066837" y="639572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BCEFF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66837" y="6395720"/>
            <a:ext cx="3667658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76565" y="650544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176565" y="6724904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💸 SaaS 비용 절감러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176565" y="7035800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반복 작업 자동화에 매월 비싼 구독료를 내고 싶지 않은 실속파 개발자.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시작하기: 나만의 자동화 구축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BCEF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Docker가 설치된 환경이라면 명령어 한 줄로 즉시 서버가 실행됩니다.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11277295" cy="1154430"/>
          </a:xfrm>
          <a:prstGeom prst="roundRect">
            <a:avLst>
              <a:gd name="adj" fmla="val 6337"/>
            </a:avLst>
          </a:prstGeom>
          <a:solidFill>
            <a:srgbClr val="FFFFFF"/>
          </a:solidFill>
          <a:ln w="9525">
            <a:solidFill>
              <a:srgbClr val="BCEF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0345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워크플로우 설계 흐름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62001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워크플로우 설계 흐름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312160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BCEF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44932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49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42416" y="3376168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도커 컨테이너 실행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42416" y="3623056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`docker run -it --rm --name n8n -p 5678:5678 docker.n8n.io/n8nio/n8n` 명령어로 로컬에 실행합니다.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107688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BCEF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24484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244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42416" y="4171696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트리거(Trigger) 설정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42416" y="4418584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캔버스에 'Schedule' 노드를 올려 "매일 아침 9시에 실행"되도록 시작점을 만듭니다.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903216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BCEF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504037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0403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42416" y="4967224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수집 로직 추가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42416" y="5214112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 Request' 노드로 뉴스 API를 호출하거나, 작성해둔 파이썬 스크립트를 실행합니다.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5698744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BCEF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583590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835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42416" y="5762752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필터링 및 분기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42416" y="6009640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If' 노드를 사용해 특정 키워드가 포함된 데이터만 다음 단계로 넘어가게 조건을 설정합니다.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6494272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BCEF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663143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631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42416" y="6558280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액션(알림)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42416" y="6805168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Telegram' 노드를 연결해 필터링된 알짜 정보를 내 스마트폰 메신저로 전송받습니다.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효율을 높이는 팁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BCEF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3444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Sub-Workflow (서브 워크플로우)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1527048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쓰는 로직(예: 텔레그램 에러 메시지 발송)은 별도의 워크플로우로 떼어내고, 메인 흐름에서 모듈처럼 호출해서 씁니다.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2103120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103120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작업 최소화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262018" y="1143000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BCEF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71746" y="123444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파일 시스템 접근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71746" y="1527048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도커 볼륨 마운트를 통해 로컬에 있는 `.md` 파일이나 `.csv` 파일을 n8n이 직접 읽고 쓰게 만듭니다.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71746" y="2103120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71746" y="2103120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기반 자동화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066837" y="1143000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BCEF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76565" y="123444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에러 핸들링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76565" y="1527048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노드의 설정에서 '에러 발생 시 실행 계속하기(Continue On Fail)'를 켜고, 분기를 태워 에러 로그만 따로 저장합니다.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176565" y="2103120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76565" y="2103120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 안정성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 체크리스트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2753360"/>
          </a:xfrm>
          <a:prstGeom prst="roundRect">
            <a:avLst>
              <a:gd name="adj" fmla="val 2657"/>
            </a:avLst>
          </a:prstGeom>
          <a:solidFill>
            <a:srgbClr val="FFFFFF"/>
          </a:solidFill>
          <a:ln w="9525">
            <a:solidFill>
              <a:srgbClr val="BCEF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전 안정성 확인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4244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전 안정성 확인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160270"/>
            <a:ext cx="10820095" cy="7124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Webhook URL이나 API 키 등 민감한 정보가 하드코딩되지 않고 'Credentials' 메뉴에 안전하게 저장되었는가?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도커 환경에서 타임존(TZ) 변수가 Asia/Seoul로 정확히 설정되어 스케줄러가 한국 시간에 맞춰 도는가?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처리해야 할 데이터가 많을 경우 노드의 일괄 처리(Batching) 설정이 적절히 되어 있는가?
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3009900"/>
            <a:ext cx="64008" cy="6121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3009900"/>
            <a:ext cx="10756087" cy="612140"/>
          </a:xfrm>
          <a:prstGeom prst="rect">
            <a:avLst/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064764"/>
            <a:ext cx="10628071" cy="520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TIP: 복잡한 정규표현식이나 데이터 가공 로직을 짤 때, n8n의 Code 노드를 열고 AI 비서(Cursor 등)에게 "이 JSON 데이터를 n8n 형태에 맞게 필터링하는 자바스크립트 코드를 짜줘"라고 하면 워크플로우 구축 속도가 비약적으로 상승합니다.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2026-05-13T01:19:29Z</dcterms:created>
  <dcterms:modified xsi:type="dcterms:W3CDTF">2026-05-13T01:19:29Z</dcterms:modified>
</cp:coreProperties>
</file>