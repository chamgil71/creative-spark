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완전 활용 가이드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도메인, 보안, CDN부터 홈 서버 터널링까지 한 번에 해결하는 글로벌 인프라 플랫폼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Cloudflare는 어떤 도구인가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97790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Cloudflare는 초기에는 웹사이트를 빠르게 로딩해주는 CDN(콘텐츠 전송 네트워크)과 DDoS 방어 서비스로 유명해졌으나, 현재는 서버리스 앱 배포, 봇 방어, 심지어 집이나 사무실에 있는 내부망 장비를 외부로 안전하게 노출해주는 네트워크 솔루션까지 제공하는 올인원 인프라 플랫폼입니다.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06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4094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5750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프록시(Proxy) DNS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서버의 실제 IP 주소를 숨기고 Cloudflare의 방화벽을 거치게 하여 악성 공격을 차단합니다.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814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2254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02254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Pages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2254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Vercel과 유사하게 GitHub과 연결하여 React, Vue 등의 정적 사이트를 무료로 무제한 배포합니다.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4428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5868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🚇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55868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 Trust (Tunnels)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55868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포트포워딩 없이도 로컬 미니 PC나 NAS의 내부 서비스를 외부 인터넷에 안전하게 노출합니다.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8041" y="3549650"/>
            <a:ext cx="271645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09481" y="3641090"/>
            <a:ext cx="25335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9481" y="4080002"/>
            <a:ext cx="253357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09481" y="4354322"/>
            <a:ext cx="253357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서버 구축 없이, 자바스크립트 코드 몇 줄로 엣지 네트워크에서 실행되는 API를 만듭니다.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413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8701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70357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분들께 강력 추천합니다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홈 서버 / NAS 운영자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24시간 돌아가는 미니 PC나 도커 컨테이너를 외부망에서 안전하게 접속하고 싶은 분.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62018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71746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71746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프론트엔드 개발자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371746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제한이 빡빡한 호스팅 대신, 대역폭 무제한 무료 배포(Pages)가 필요한 분.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66837" y="6395720"/>
            <a:ext cx="366765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6837" y="639572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6565" y="6505448"/>
            <a:ext cx="3448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176565" y="6724904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웹 서비스 운영자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76565" y="7035800"/>
            <a:ext cx="344820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크롤러나 봇의 접근을 막고, 글로벌 사용자에게 일관된 페이지 로딩 속도를 제공해야 하는 분.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서비스 활용 가이드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Cloudflare의 수많은 기능 중 실무에서 가장 많이 쓰이는 두 가지 설정법입니다.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1154430"/>
          </a:xfrm>
          <a:prstGeom prst="roundRect">
            <a:avLst>
              <a:gd name="adj" fmla="val 633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도메인 연결 및 CDN 적용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2001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도메인 연결 및 CDN 적용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1216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9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49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337616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추가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62305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대시보드에서 구매한 도메인 이름을 입력하고 Free 플랜을 선택합니다.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0768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2448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44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417169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네임서버 변경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441858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가비아나 호스팅케이알 등 도메인 구매처로 가서 네임서버를 Cloudflare가 제공한 주소로 변경합니다.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0321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403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040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496722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DNS 레코드 설정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521411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레코드나 CNAME을 추가하고, 구름 아이콘을 '오렌지색(프록시 켜짐)'으로 활성화하여 보안/캐싱을 적용합니다.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69874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8359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35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" y="576275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SSL/TLS 설정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600964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SSL 모드를 '전체(Full) 또는 전체 엄격'으로 설정하여 완벽한 HTTPS 통신을 보장합니다.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631432"/>
            <a:ext cx="11277295" cy="2635758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814312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홈 서버를 위한 Cloudflare Tunnels 구축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7230872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홈 서버를 위한 Cloudflare Tunnels 구축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7648702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포트포워딩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Cloudflare Tunnels (Zero Trust)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공유기 설정 복잡함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공유기 설정 변경 불필요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공인 IP가 외부 노출됨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노출 없음 (Cloudflare가 중계)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통신사 포트 차단 시 접속 불가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 차단과 무관하게 아웃바운드 통신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취약 (직접 뚫림)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Cloudflare 방화벽 및 인증 적용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효율을 높이는 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Pages vs Vercel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속도나 DX는 Vercel이 앞서지만, **트래픽 무제한**이라는 점에서 미디어 자산이 많은 페이지는 Cloudflare Pages가 유리합니다.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배포 플랫폼 분리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62018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1746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Rules (페이지 규칙)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71746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URL(예: `/api/*`)은 캐싱을 피하고, 정적 이미지 폴더는 영구 캐싱하도록 정밀하게 제어합니다.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1746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1746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최적화 필수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66837" y="1143000"/>
            <a:ext cx="36676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6565" y="1234440"/>
            <a:ext cx="34482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Access (인증 보안)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6565" y="1527048"/>
            <a:ext cx="344820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웹사이트나 개인 NAS 접속 페이지 앞에 구글 로그인이나 이메일 인증 화면을 강제로 띄워 방어합니다.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76565" y="2103120"/>
            <a:ext cx="3448202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565" y="2103120"/>
            <a:ext cx="3448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사생활 보호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체크리스트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2753360"/>
          </a:xfrm>
          <a:prstGeom prst="roundRect">
            <a:avLst>
              <a:gd name="adj" fmla="val 265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점검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42440"/>
            <a:ext cx="10820095" cy="32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60270"/>
            <a:ext cx="10820095" cy="7124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DNS 탭에서 주황색 구름(프록시) 아이콘이 켜져 있어 실제 IP가 숨겨져 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SSL/TLS 인증서가 만료되지 않고 정상적으로 자동 갱신되도록 설정되었는가?
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불필요한 해외 IP 공격을 막기 위해 보안(WAF) 규칙에서 특정 국가 차단 룰을 설정했는가?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09900"/>
            <a:ext cx="64008" cy="6121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09900"/>
            <a:ext cx="10756087" cy="612140"/>
          </a:xfrm>
          <a:prstGeom prst="rect">
            <a:avLst/>
          </a:prstGeom>
          <a:solidFill>
            <a:srgbClr val="FDF0EB"/>
          </a:solidFill>
          <a:ln w="12700">
            <a:solidFill>
              <a:srgbClr val="FDF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64764"/>
            <a:ext cx="10628071" cy="52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TIP: Docker를 사용해 미니 PC 등에서 자동화 노드(n8n 등)나 개인용 앱을 구동 중이라면, 컨테이너 내부에 cloudflared를 설치하여 Tunnels를 연결해보세요. 로컬 IP(localhost:5678)를 n8n.my-domain.com으로 즉시 매핑할 수 있습니다.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