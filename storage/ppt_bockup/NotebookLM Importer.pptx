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📥NLM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Importer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서핑 중 발견한 아티클을 클릭 한 번으로NotebookLM 지식베이스에 바로 저장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해결하는가?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&amp; 사용법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2070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756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00253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71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27980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35935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시나리오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