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깃허브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깃허브(GitHub) 완전 정복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관리(Git)와 협업을 위한 플랫폼. 코드 저장소, Pull Request, Actions, Copilot까지 — 개발의 모든 과정이 여기에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핵심 개념과 기본 명령어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핵심 기능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— CI/CD 자동화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웹 단축키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GitHub 활용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