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Quartz 완전 활용 가이드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노트를 가장 빠르고 아름다운 웹사이트로 변환해주는 정적 사이트 생성기(SSG)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Quartz는 어떤 도구인가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977900"/>
          </a:xfrm>
          <a:prstGeom prst="roundRect">
            <a:avLst>
              <a:gd name="adj" fmla="val 7481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Quartz는 개발 지식이 깊지 않아도 개인의 마크다운 노트를 블로그나 위키 형태의 웹사이트로 퍼블리싱할 수 있게 해주는 도구입니다. 특히 옵시디언(Obsidian)의 문법(위키링크, 태그, 프론트매터 등)을 완벽하게 지원하여, 로컬 지식 저장소를 그대로 웹으로 옮기는 '디지털 정원(Digital Garden)' 구축에 최적화되어 있습니다.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5806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4094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핵심 기능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85750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핵심 기능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위키링크 완벽 지원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`[[문서명]]` 형태의 내부 링크를 웹사이트의 라우팅으로 완벽하게 변환합니다.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0814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2254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🕸️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02254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그래프 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2254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간의 연결 관계를 보여주는 노드 그래프를 우측 화면에 자동으로 생성합니다.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64428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5868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55868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강력한 로컬 검색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55868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통신 없이 브라우저 내에서 즉각적으로 작동하는 초고속 전체 텍스트 검색을 지원합니다.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18041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09481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09481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극강의 퍼포먼스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09481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불필요한 자바스크립트를 배제하고 순수 HTML/CSS 위주로 빌드되어 로딩이 매우 빠릅니다.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510413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28701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분들께 강력 추천합니다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570357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분들께 강력 추천합니다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6395720"/>
            <a:ext cx="3667658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928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옵시디언 헤비 유저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6928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로컬에 쌓인 수백 개의 노트를 깨진 링크 없이 웹으로 퍼블리싱하고 싶은 분.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62018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62018" y="6395720"/>
            <a:ext cx="3667658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1746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브랜딩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71746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🪴 디지털 정원사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371746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완벽하게 정제된 글(블로그)보다, 생각의 연결과 발전 과정을 공유하고 싶은 분.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66837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66837" y="6395720"/>
            <a:ext cx="3667658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76565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176565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🛠️ 커스텀 위키 구축자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176565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노션(Notion)의 느린 속도와 제한된 커스텀에 지쳐 나만의 빠르고 예쁜 위키가 필요한 분.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시작하기: 로컬 노트에서 웹사이트까지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환경만 준비되어 있다면 명령어 몇 줄로 초기 세팅이 완료됩니다.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배포 파이프라인 흐름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2001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배포 파이프라인 흐름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12160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4493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49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2416" y="337616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초기화 및 설치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362305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터미널에서 `npm create quartz@latest`를 입력하여 기본 프로젝트 구조를 생성합니다.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07688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448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44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2416" y="417169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파일 동기화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4418584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작성한 `.md` 파일과 이미지/에셋들을 Quartz 폴더 안의 `content/` 폴더로 복사합니다.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903216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0403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040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" y="496722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프리뷰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42416" y="5214112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`npx quartz build --serve` 명령어로 로컬(localhost:8080)에서 빌드된 화면을 미리 봅니다.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698744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8359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835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2416" y="576275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Push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" y="6009640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변경된 내용을 GitHub 원격 저장소로 커밋하고 푸시합니다.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6494272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663143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631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42416" y="6558280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자동 배포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2416" y="6805168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연결된 Vercel, GitHub Pages 등을 통해 푸시된 내용이 자동으로 빌드 및 웹 배포됩니다.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7426960"/>
            <a:ext cx="11277295" cy="2635758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760984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퍼블리싱 도구와의 비교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5800" y="802640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퍼블리싱 도구와의 비교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8444230"/>
          <a:ext cx="10820095" cy="914400"/>
        </p:xfrm>
        <a:graphic>
          <a:graphicData uri="http://schemas.openxmlformats.org/drawingml/2006/table">
            <a:tbl>
              <a:tblPr/>
              <a:tblGrid>
                <a:gridCol w="2705024"/>
                <a:gridCol w="2705024"/>
                <a:gridCol w="2705024"/>
                <a:gridCol w="2705024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Quartz 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Obsidian Publish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블로그 (Jekyll 등)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완전 무료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$8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(서버 비용 별도)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위키링크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완벽 지원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완벽 지원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깨지거나 복잡한 플러그인 필요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디자인 커스텀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TypeScript/CSS로 자유로움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제공되는 테마 내 제한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테마에 따라 다름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구축 난이도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 (초기 세팅 필요)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매우 쉬움 (클릭 1번)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 (마크다운 파싱 설정 복잡)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커스터마이징 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Quartz 4버전부터는 TypeScript 기반으로 구조가 개편되어 더욱 강력한 수정이 가능합니다.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설정 파일 가이드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2001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설정 파일 가이드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1216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40360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 및 테마 변경 (`quartz.config.ts`)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69620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라이트/다크 모드의 메인 컬러, 배경색, 폰트(Google Fonts)를 직관적으로 변경할 수 있습니다.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427228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EEF0FE"/>
          </a:solidFill>
          <a:ln w="12700">
            <a:solidFill>
              <a:srgbClr val="EEF0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427228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아이덴티티 결정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62018" y="331216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1746" y="340360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수정 (`quartz.layout.ts`)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71746" y="369620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사이드바에 목차(TOC)를 넣거나, 뒤로 가기 버튼, 최근 수정일 위치 등 컴포넌트 배치를 변경합니다.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71746" y="427228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EEF0FE"/>
          </a:solidFill>
          <a:ln w="12700">
            <a:solidFill>
              <a:srgbClr val="EEF0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71746" y="427228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구성의 핵심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066837" y="331216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76565" y="340360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무시할 파일 설정 (`quartz.config.ts`)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76565" y="369620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노트나 개인적인 폴더는 빌드 시 제외하도록 정규식으로 필터링할 수 있습니다.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76565" y="427228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EEF0FE"/>
          </a:solidFill>
          <a:ln w="12700">
            <a:solidFill>
              <a:srgbClr val="EEF0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76565" y="427228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프라이빗 데이터 보호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체크리스트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2990850"/>
          </a:xfrm>
          <a:prstGeom prst="roundRect">
            <a:avLst>
              <a:gd name="adj" fmla="val 2446"/>
            </a:avLst>
          </a:prstGeom>
          <a:solidFill>
            <a:srgbClr val="FFFFFF"/>
          </a:solidFill>
          <a:ln w="9525">
            <a:solidFill>
              <a:srgbClr val="D8DC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퍼블리싱 전 필수 확인 사항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퍼블리싱 전 필수 확인 사항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160270"/>
            <a:ext cx="10820095" cy="949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content/ 폴더 내의 첨부파일(PDF, HTML 등)이 빌드 시 올바르게 연결되는지 확인했는가?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프론트매터(Frontmatter)에 publish: false 처리가 필요한 비공개 노트가 있는가?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Vercel 배포 시 Build Command가 npx quartz build로 올바르게 설정되었는가?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.md 파일 제목에 특수문자가 들어가서 라우팅 에러가 발생하지 않는가?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247390"/>
            <a:ext cx="64008" cy="6121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247390"/>
            <a:ext cx="10756087" cy="612140"/>
          </a:xfrm>
          <a:prstGeom prst="rect">
            <a:avLst/>
          </a:prstGeom>
          <a:solidFill>
            <a:srgbClr val="EEF0FE"/>
          </a:solidFill>
          <a:ln w="12700">
            <a:solidFill>
              <a:srgbClr val="EEF0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302254"/>
            <a:ext cx="10628071" cy="520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TIP: 옵시디언 볼트(Vault)와 Quartz의 content 폴더를 분리하여 운영 중이라면, GitHub Actions를 활용해 publish: true인 파일만 자동으로 선별하여 넘겨주는 파이썬 스크립트 파이프라인을 구축하면 수동 복사의 번거로움을 100% 없앨 수 있습니다.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