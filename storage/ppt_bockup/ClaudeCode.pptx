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클로드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 코드 설치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설치하는 분도 걱정 없어요!차근차근 따라오시면 누구든 설치할 수 있습니다 😊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 코드란 무엇인가요?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전 준비물을 확인해요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본인의 운영체제를 선택해 주세요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처음으로 클로드 코드 실행하기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중 문제가 생겼나요?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❓. 자주 묻는 질문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