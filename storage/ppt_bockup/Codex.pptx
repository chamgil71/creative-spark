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Codex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자연어를 코드로 변환하는 AI 프로그래밍의 시초이자 깃허브 코파일럿의 심장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Codex(현재의 GPT 모델)는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Codex는 수십억 줄의 오픈소스 코드를 학습하여 자연어(사람의 언어)를 프로그래밍 코드로 번역하는 OpenAI의 AI 모델입니다. GitHub Copilot을 구동하는 핵심 엔진으로 처음 등장했으며, 현재는 GPT-4o와 o1 모델 등으로 진화하여 단순한 자동완성을 넘어 복잡한 시스템 아키텍처 설계와 로직 추론까지 수행하는 수준에 이르렀습니다.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→ 코드 변환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파이썬으로 특정 웹페이지의 제목을 크롤링하는 스크립트를 짜줘"라는 말만으로 작동하는 코드를 생성합니다.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번역기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코드(예: VBA, PHP)를 최신 프레임워크(예: Python, React) 코드로 정확하게 변환합니다.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및 리뷰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에러가 발생한 코드를 던져주면, 원인을 분석하고 해결된 코드를 즉시 제안합니다.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문서화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복잡하고 주석이 없는 코드 블록을 분석하여 이해하기 쉬운 주석과 README 파일을 작성해 줍니다.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자동화 툴 제작자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끌어와 나만의 슬랙 봇, 텔레그램 알림 봇, 혹은 코드 리뷰 자동화 파이프라인을 만들고 싶은 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코딩 입문자 및 전환자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문법을 검색할 필요 없이 "이 코드가 왜 안 돌아가는지 설명해줘"라며 1:1 과외를 받고 싶은 분.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분석가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데이터를 처리하는 복잡한 Pandas 코드나 정규표현식을 외우지 않고 말로 작성하고 싶은 분.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활용: API로 나만의 도구 만들기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인터페이스(ChatGPT)를 넘어, API를 통해 내 프로젝트에 Codex의 능력을 심는 방법입니다.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API 연동 흐름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API 연동 흐름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발급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플랫폼에 가입하고 결제 수단을 등록하여 프로젝트 전용 API 키를 발급받습니다.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등 사용하는 언어에서 `openai` 공식 라이브러리를 설치합니다.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프롬프트에 "너는 파이썬 데이터 분석 전문가야. 오직 코드만 반환해"와 같이 역할을 부여합니다.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입력(자연어)을 받아 `gpt-4o` 모델로 전송하고 응답받은 코드를 출력하거나 실행합니다.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검증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생성한 코드를 자동 실행할 경우, 샌드박스(안전한 격리 환경) 내에서 실행되도록 방어 로직을 구성합니다.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최적의 결과를 얻는 프롬프트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 컨텍스트 제공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 만들어줘" (X) -&gt; "React와 Tailwind를 사용해서 이메일/비밀번호를 받는 로그인 컴포넌트를 만들어줘." (O)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명시 필수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1746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주석으로 유도하기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71746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에디터에서 함수 이름과 역할을 주석으로 먼저 상세히 달아두면, 뒤이어 나올 코드를 AI가 훨씬 정확하게 예측합니다.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1746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 환경 최적화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6565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 통째로 복사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6565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안 돌아갈 때는 내 코드만 주지 말고, 콘솔에 찍힌 붉은색 에러 로그를 그대로 복사해서 같이 던져줍니다.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76565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파악의 핵심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515870"/>
          </a:xfrm>
          <a:prstGeom prst="roundRect">
            <a:avLst>
              <a:gd name="adj" fmla="val 2908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 사용 시 주의사항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 사용 시 주의사항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생성된 코드에 무한 루프나 메모리 누수 같은 잠재적 결함이 없는지 눈으로 한 번 더 확인했는가?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회사 내부의 민감한 데이터나 인증 키(API Key), 개인정보를 프롬프트에 포함하지 않았는가?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사용하려는 라이브러리가 최신 버전인지 확인했는가? (AI가 구버전 문법을 제시할 수 있음)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37465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37465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AI에게 코드를 수정해달라고 할 때는 전체 코드를 다시 짜달라고 하기보다, "이 함수의 이 부분 로직만 수정해서 전체 코드로 다시 보여줘"라고 지시해야 기존 구조가 망가지는 것을 막을 수 있습니다.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