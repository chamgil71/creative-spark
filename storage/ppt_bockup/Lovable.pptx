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Lovable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텍스트를 실제 작동하는 풀스택 웹 서비스로 변환하는 AI 엔지니어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Lovable은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Lovable은 개발 지식이 전혀 없는 사용자도 복잡한 '데이터 기반 웹 애플리케이션'을 만들 수 있게 돕는 AI 웹 개발 플랫폼입니다. 단순히 디자인만 예쁜 페이지가 아니라, 실제로 회원가입을 받고 데이터를 저장하며 복잡한 로직을 수행하는 앱을 대화만으로 구축합니다.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기반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세무사들을 위한 고객 관리 대시보드를 만들어줘" 한 문장이면 레이아웃과 기능이 설계됩니다.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자동 연동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지식 없이도 클릭 한 번으로 데이터베이스 테이블을 생성하고 데이터를 연결합니다.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반응형 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지시 없이도 데스크톱, 태블릿, 모바일 화면에 최적화된 결과물을 제공합니다.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시각적 수정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화면을 보면서 특정 영역을 짚어 "여기에 결제 버튼을 추가해줘"라고 지시할 수 있습니다.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1인 창업자 (Solo-preneur)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채용 없이 아이디어를 즉시 시장에 내놓고 검증(MVP)하고 싶은 분.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현업 기획자/PM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기획안이 아니라 실제로 작동하는 프로토타입을 만들어 설득력을 높이고 싶은 분.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🏎️ 생산성 중시 개발자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반복적인 UI 코딩 시간을 90% 이상 줄이고 핵심 비즈니스 로직에만 집중하고 싶은 분.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0에서 배포까지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Lovable은 브라우저 내에서 모든 개발 환경이 준비되어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구축 프로세스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구축 프로세스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아이디어 입력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구현하고 싶은 서비스의 목적과 주요 기능을 상세히 입력합니다. (예: "반려견 산책 매칭 앱")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및 디자인 수정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제안한 레이아웃을 확인하고, 톤앤매너나 버튼 위치 등을 대화로 조정합니다.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백엔드(DB) 연결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Supabase' 버튼을 통해 데이터 저장소를 연결하고 AI에게 필요한 테이블 생성을 요청합니다.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 구체화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필터링, 검색, 알림 서비스 등 실제 비즈니스 로직이 작동하도록 세부 지시를 내립니다.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동기화 및 배포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코드를 내 GitHub 저장소로 푸시하고, Netlify나 Vercel로 즉시 발행합니다.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마스터를 위한 고급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추천 프롬프트 패턴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추천 프롬프트 패턴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34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26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중심 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818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가계부를 입력하면 월별 통계를 그래프로 보여주는 대시보드 화면을 만들어줘.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3947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947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차트 라이브러리 자동 적용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62018" y="2434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1746" y="2526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회원제 서비스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1746" y="2818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로그인 기능을 추가하고, 로그인한 사용자만 접근 가능한 마이페이지를 설계해줘.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1746" y="33947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1746" y="33947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인증 로직 자동 구현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66837" y="2434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565" y="2526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커스텀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76565" y="2818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미니멀한 다크 모드 테마를 적용하고, 메인 폰트는 프리텐다드를 사용해줘.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76565" y="33947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6565" y="33947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스타일 일괄 적용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989070"/>
            <a:ext cx="11277295" cy="2379726"/>
          </a:xfrm>
          <a:prstGeom prst="roundRect">
            <a:avLst>
              <a:gd name="adj" fmla="val 307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719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도구별 역할 비교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5885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도구별 역할 비교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00634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Lovable (AI)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일반적인 로우코드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유연성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대화로 무제한 수정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템플릿 내에서만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소유권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연동으로 100% 소유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플랫폼에 종속됨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곡선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낮음 (자연어)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중급 (툴 사용법 학습 필요)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53360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앱을 위한 검토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앱을 위한 검토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모바일 환경에서 터치 영역과 폰트 크기가 적절한가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저장 및 불러오기가 지연 없이 작동하는가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Supabase의 RLS(보안 정책)가 설정되어 데이터 노출 위험이 없는가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브라우저 개발자 도구에서 에러 로그가 발생하지 않는가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47390"/>
            <a:ext cx="64008" cy="37465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247390"/>
            <a:ext cx="10756087" cy="37465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02254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Lovable은 단순한 '코드 생성기'가 아닙니다. 코드를 읽고 이해하는 '동료 개발자'라고 생각하고 구체적인 피드백을 줄수록 더 높은 퀄리티의 결과물이 나옵니다.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