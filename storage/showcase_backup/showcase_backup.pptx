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✨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Spark 숏코드 완전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HTML→MD→PPTX 파이프라인이 지원하는 전체 숏코드 예시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역변환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선택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352550"/>
          </a:xfrm>
          <a:prstGeom prst="roundRect">
            <a:avLst>
              <a:gd name="adj" fmla="val 540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🤖 title: ai-chat desc: AI 챗봇 (그린) — ChatGPT·Claude 등 대화형 AI 가이드 tag: style: ai-chat color: "#10A37F"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💻 title: ai-dev desc: AI 개발 도구 (오렌지) — Cursor·GitHub Copilot 등 개발 도구 tag: style: ai-dev color: "#D97757"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3802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파일 frontmatter에서 style: &lt;키&gt; 로 선택합니다.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3271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3271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63271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33856" y="272415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ai-chat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299847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(그린) — ChatGPT·Claude 등 대화형 AI 가이드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55503" y="289788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ai-chat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0139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0139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50139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" y="359283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ai-dev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386715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도구 (오렌지) — Cursor·GitHub Copilot 등 개발 도구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5503" y="376656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ai-dev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7007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7007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37007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33856" y="446151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3856" y="473583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 &amp; 지식관리 (퍼플) — Notion·Obsidian 등 지식 관리 도구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55503" y="463524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knowledge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23875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23875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523875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33856" y="533019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33856" y="560451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유틸 (블루) — 일정·할일·자동화 도구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5503" y="550392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productivity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610743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610743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" y="610743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133856" y="619887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33856" y="647319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크리에이티브 AI (마젠타) — 이미지·영상·디자인 생성 도구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55503" y="637260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creative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97611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697611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697611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133856" y="706755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33856" y="734187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&amp; 인프라 (사이언) — 보안·DevOps·클라우드 인프라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55503" y="724128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security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784479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784479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784479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133856" y="793623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33856" y="821055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재테크 &amp; 금융 (골드) — 투자·회계·금융 분석 도구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655503" y="810996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finance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871347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871347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" y="871347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1133856" y="880491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133856" y="907923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퓨처 AI (네온 라임) — 미래 기술·리서치·트렌드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655503" y="897864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future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958215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958215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" y="958215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1133856" y="967359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133856" y="994791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(슬레이트) — 팀·조직·비즈니스 솔루션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655503" y="984732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enterprise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1045083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1045083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504" y="1045083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1133856" y="1054227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133856" y="1081659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 &amp; 콘텐츠 (로즈) — SNS·영상·콘텐츠 제작 도구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655503" y="1071600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media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그리드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452880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949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⚡ title: 빠른 작업 desc: 반복 작업을 줄이고 결과물을 빠르게 만듭니다.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🎨 title: 쉬운 디자인 desc: 템플릿과 프리셋으로 초보자도 보기 좋은 결과를 만듭니다.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📱 title: 모바일 친화 desc: 스마트폰에서도 주요 기능을 바로 사용할 수 있습니다.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🤝 title: 팀 협업 desc: 링크 공유와 댓글로 팀 작업을 이어갈 수 있습니다.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3304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1592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icon-grid — 이모지 카드 격자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0680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9824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13715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41147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814" y="360680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2254" y="369824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2254" y="413715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디자인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2254" y="441147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프리셋으로 초보자도 보기 좋은 결과를 만듭니다.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4428" y="360680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5868" y="369824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55868" y="413715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친화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5868" y="441147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스마트폰에서도 주요 기능을 바로 사용할 수 있습니다.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18041" y="360680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09481" y="369824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09481" y="413715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09481" y="441147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공유와 댓글로 팀 작업을 이어갈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카드 feature-grid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215390"/>
          </a:xfrm>
          <a:prstGeom prst="roundRect">
            <a:avLst>
              <a:gd name="adj" fmla="val 6019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tag: 핵심 icon: 🧠 title: AI 자동화 desc: 사용자의 입력을 바탕으로 초안, 편집, 요약, 추천을 자동 생성합니다.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tag: 실전 icon: 🧰 title: 템플릿 활용 desc: 자주 쓰는 형식을 저장해 같은 품질의 결과물을 반복해서 만들 수 있습니다.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tag: 공유 icon: 🔗 title: 링크 배포 desc: 완성된 결과를 링크나 파일로 공유하고 팀원 피드백을 받을 수 있습니다.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9555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7843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feature-grid — 태그 + 아이콘 + 설명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6931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6931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47903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69849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400939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입력을 바탕으로 초안, 편집, 요약, 추천을 자동 생성합니다.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62018" y="336931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2018" y="336931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746" y="347903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71746" y="369849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템플릿 활용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1746" y="400939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저장해 같은 품질의 결과물을 반복해서 만들 수 있습니다.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6837" y="336931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6837" y="336931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6565" y="347903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76565" y="369849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배포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76565" y="400939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결과를 링크나 파일로 공유하고 팀원 피드백을 받을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흐름 steps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452880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949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계정 만들기 desc: 공식 사이트에 접속해 이메일 또는 소셜 계정으로 로그인합니다.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새 프로젝트 만들기 desc: 템플릿을 고르거나 빈 프로젝트에서 시작합니다.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콘텐츠 넣기 desc: 텍스트, 이미지, 파일, 링크 등 필요한 자료를 추가합니다.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결과 내보내기 desc: PDF, 이미지, 영상, 링크 등 목적에 맞는 형식으로 저장합니다.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3304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1592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steps — 순서형 단계 목록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0680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439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3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367080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391769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 접속해 이메일 또는 소셜 계정으로 로그인합니다.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4023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394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39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446633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471322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고르거나 빈 프로젝트에서 시작합니다.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19785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3350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35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526186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넣기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550875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이미지, 파일, 링크 등 필요한 자료를 추가합니다.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99338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61305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130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60573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내보내기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630428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PDF, 이미지, 영상, 링크 등 목적에 맞는 형식으로 저장합니다.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카드 compare-grid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215390"/>
          </a:xfrm>
          <a:prstGeom prst="roundRect">
            <a:avLst>
              <a:gd name="adj" fmla="val 6019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처음 배우는 사용자 desc: 무료 플랜과 기본 템플릿으로 시작합니다. note: 추천 — 기본 워크플로우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반복 제작자 desc: 자주 쓰는 형식을 저장하고 자동화 기능을 활용합니다. note: 추천 — Pro 기능 검토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팀 작업 desc: 공유 링크, 댓글, 권한 관리가 가능한 플랜을 선택합니다. note: 추천 — 팀 플랜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9555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7843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compare-grid — 사용자 유형별 비교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6931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6931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46075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사용자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5335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플랜과 기본 템플릿으로 시작합니다.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32943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32943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— 기본 워크플로우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62018" y="336931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2018" y="336931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1746" y="346075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제작자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1746" y="375335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저장하고 자동화 기능을 활용합니다.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1746" y="432943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1746" y="432943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— Pro 기능 검토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66837" y="336931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6837" y="336931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6565" y="346075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작업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76565" y="375335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링크, 댓글, 권한 관리가 가능한 플랜을 선택합니다.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76565" y="432943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6565" y="432943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— 팀 플랜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카드 tool-card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🎬 title: Runway Gen-4 desc: 영상 편집 특화 AI 플랫폼 tag: 무료/Pro meta: 영상 생성|배경 제거|모션 브러시 color: "#7C3AED"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🖼️ title: Midjourney desc: 텍스트로 고품질 이미지를 생성하는 AI tag: Pro meta: 이미지 생성|스타일 변환|업스케일링 color: "#E11D48"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tool-card — 브랜드 배너 카드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31820"/>
            <a:ext cx="11277295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3182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71900"/>
            <a:ext cx="11277295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313182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" y="322326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 Gen-4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349758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편집 특화 AI 플랫폼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55503" y="33969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무료/Pro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97306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영상 생성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92524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배경 제거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411980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모션 브러시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933188"/>
            <a:ext cx="11277295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933188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573268"/>
            <a:ext cx="11277295" cy="914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933188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33856" y="5024628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Midjourney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3856" y="5298948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텍스트로 고품질 이미지를 생성하는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55503" y="51983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5774436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생성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5993892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스타일 변환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621334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업스케일링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 workflow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92786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1424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💡 title: 아이디어 meta: Claude AI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⚡ title: 초안 생성 meta: Gamma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🎨 title: 디자인 보정 meta: Canva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✅ title: 검토·수정 meta: 팀 협업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📤 title: 공유·배포 meta: 링크/PDF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icon: 💡 title: 추가하면? meta: 어디로?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0802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9090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— 프로세스 흐름도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6249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74849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4849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29713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9713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3898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2498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2498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7362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7362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1548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0148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0148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5012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검토·수정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5012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99197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27797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82661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82661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링크/PDF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16846" y="44155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45446" y="4081780"/>
            <a:ext cx="168904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5446" y="4154932"/>
            <a:ext cx="16890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100310" y="4465828"/>
            <a:ext cx="15793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추가하면?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00310" y="4703572"/>
            <a:ext cx="157932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어디로?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plan-grid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215390"/>
          </a:xfrm>
          <a:prstGeom prst="roundRect">
            <a:avLst>
              <a:gd name="adj" fmla="val 6019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Free tag: 무료 meta: 기본 기능 모두 사용|하루 10회 사용|커뮤니티 지원|5GB 저장공간 note: 지금 바로 시작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Pro tag: 추천 featured: "true" meta: 무제한 사용|우선 지원|고급 기능 전체|API 접근|50GB 저장공간 note: 월 $20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Enterprise tag: 팀 meta: 팀 계정 관리|전용 지원 담당|SLA 보장|SSO 연동|무제한 저장 note: 문의 필요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9555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7843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plan-grid — Free / Pro / Enterprise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69310"/>
            <a:ext cx="3667658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69310"/>
            <a:ext cx="366765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55219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55219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78993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08254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기능 모두 사용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33857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하루 10회 사용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59460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커뮤니티 지원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85063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5GB 저장공간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539927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39927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62018" y="3369310"/>
            <a:ext cx="3667658" cy="2432304"/>
          </a:xfrm>
          <a:prstGeom prst="roundRect">
            <a:avLst>
              <a:gd name="adj" fmla="val 3008"/>
            </a:avLst>
          </a:prstGeom>
          <a:solidFill>
            <a:srgbClr val="F4ECF7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2018" y="3369310"/>
            <a:ext cx="366765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1746" y="355219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1746" y="355219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71746" y="378993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71746" y="408254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사용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1746" y="433857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우선 지원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71746" y="459460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고급 기능 전체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71746" y="485063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API 접근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71746" y="510667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50GB 저장공간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71746" y="539927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1746" y="539927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$20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66837" y="3369310"/>
            <a:ext cx="3667658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6837" y="3369310"/>
            <a:ext cx="366765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6565" y="355219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76565" y="355219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76565" y="378993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76565" y="408254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계정 관리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76565" y="433857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담당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76565" y="459460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 보장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76565" y="485063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SSO 연동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76565" y="510667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저장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76565" y="539927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6565" y="539927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필요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2단 비교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자체 호스팅 meta: 완전한 데이터 통제|비용 최적화 가능|커스터마이징 자유|초기 설정 필요|DevOps 역량 필요 note: 기술팀 보유 시 추천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클라우드 SaaS meta: 즉시 사용 가능|자동 업데이트|전용 지원 서비스|사용량 기반 과금|99.9% SLA 보장 note: 빠른 시작에 추천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compare-2col — 클라우드 vs 자체 호스팅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31820"/>
            <a:ext cx="5524348" cy="2586990"/>
          </a:xfrm>
          <a:prstGeom prst="roundRect">
            <a:avLst>
              <a:gd name="adj" fmla="val 2828"/>
            </a:avLst>
          </a:prstGeom>
          <a:solidFill>
            <a:srgbClr val="F4ECF7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31820"/>
            <a:ext cx="552434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1470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75412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완전한 데이터 통제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3733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비용 최적화 가능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32054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커스터마이징 자유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60375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초기 설정 필요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88696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DevOps 역량 필요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527989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27989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 보유 시 추천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0148" y="3131820"/>
            <a:ext cx="5524348" cy="258699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0148" y="3131820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8748" y="331470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SaaS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38748" y="375412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즉시 사용 가능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8748" y="403733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 업데이트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8748" y="432054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서비스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38748" y="460375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사용량 기반 과금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38748" y="488696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99.9% SLA 보장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38748" y="527989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8748" y="527989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시작에 추천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요점 정리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이 도구를 선택해야 하는 이유 desc: 기존 도구와의 가장 큰 차이는 설정 없이도 강력한 기본값이 제공된다는 점입니다. 복잡한 구성 없이 5분 안에 첫 번째 결과를 만들 수 있으며, 필요할 때만 세부 설정을 조정하면 됩니다. meta: 즉시 시작|무설정 기본값|5분 온보딩|단계별 심화|무료 플랜 제공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bottom-list — 본문 + 하단 칩 배치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94330"/>
            <a:ext cx="11277295" cy="117983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772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선택해야 하는 이유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166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도구와의 가장 큰 차이는 설정 없이도 강력한 기본값이 제공된다는 점입니다. 복잡한 구성 없이 5분 안에 첫 번째 결과를 만들 수 있으며, 필요할 때만 세부 설정을 조정하면 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1132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21132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34605" y="421132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757" y="421132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무설정 기본값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2009" y="421132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5161" y="421132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온보딩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89414" y="421132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2566" y="421132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심화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66819" y="421132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39971" y="421132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제공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박스 alert-box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type: tip title: 💡 핵심 팁 desc: shortcode-map.json을 수정하면 HTML→MD 변환 규칙을 추가하거나 변경할 수 있습니다. - type: warn title: ⚠️ 주의사항 desc: 잘못된 YAML frontmatter는 build-guide.mjs 오류를 유발합니다. 들여쓰기를 확인하세요.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alert-box — TIP / WARN / SUCCESS / DANGER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9433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94330"/>
            <a:ext cx="73152" cy="97409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7721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3077210"/>
            <a:ext cx="10728655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" y="3448050"/>
            <a:ext cx="10728655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shortcode-map.json을 수정하면 HTML→MD 변환 규칙을 추가하거나 변경할 수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4274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42740"/>
            <a:ext cx="73152" cy="97409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3256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" y="4325620"/>
            <a:ext cx="10728655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주의사항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4696460"/>
            <a:ext cx="10728655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YAML frontmatter는 build-guide.mjs 오류를 유발합니다. 들여쓰기를 확인하세요.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아코디언 faq-accordion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215390"/>
          </a:xfrm>
          <a:prstGeom prst="roundRect">
            <a:avLst>
              <a:gd name="adj" fmla="val 6019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무료로 사용할 수 있나요? desc: 네, 기본 기능은 무료 플랜으로 사용할 수 있습니다. 고급 기능은 Pro 플랜에서 제공됩니다.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어떤 파일 형식을 지원하나요? desc: HTML, Markdown, PPTX 형식을 지원합니다. shortcode-map.json으로 HTML 역변환 규칙을 관리합니다.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커스텀 스타일을 적용할 수 있나요? desc: config/styles.json에서 색상 프리셋을 정의하고, frontmatter의 style 키로 선택할 수 있습니다.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9555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7843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faq-accordion — 자주 묻는 질문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6931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6931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42417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무료로 사용할 수 있나요?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81787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네, 기본 기능은 무료 플랜으로 사용할 수 있습니다. 고급 기능은 Pro 플랜에서 제공됩니다.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3766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3766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19252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어떤 파일 형식을 지원하나요?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58622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HTML, Markdown, PPTX 형식을 지원합니다. shortcode-map.json으로 HTML 역변환 규칙을 관리합니다.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0601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90601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96087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커스텀 스타일을 적용할 수 있나요?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535457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config/styles.json에서 색상 프리셋을 정의하고, frontmatter의 style 키로 선택할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 prompt-example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title: 가이드 문서 생성 프롬프트 desc: 다음 도구에 대한 활용 가이드를 작성해 주세요. icon-grid로 핵심 기능 4가지, feature-grid로 사용 사례 3가지, steps로 시작 방법 4단계를 포함해 주세요.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prompt-example — 실전 프롬프트 박스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94330"/>
            <a:ext cx="11277295" cy="952500"/>
          </a:xfrm>
          <a:prstGeom prst="roundRect">
            <a:avLst>
              <a:gd name="adj" fmla="val 7680"/>
            </a:avLst>
          </a:prstGeom>
          <a:solidFill>
            <a:srgbClr val="0F172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94330"/>
            <a:ext cx="11277295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72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B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가이드 문서 생성 프롬프트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48050"/>
            <a:ext cx="10820095" cy="26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도구에 대한 활용 가이드를 작성해 주세요. icon-grid로 핵심 기능 4가지, feature-grid로 사용 사례 3가지, steps로 시작 방법 4단계를 포함해 주세요.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B2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가이드를 만들어보세요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templates/template.md를 복사해서 내용을 채우면 됩니다.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24248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2026-05-27T00:55:02Z</dcterms:created>
  <dcterms:modified xsi:type="dcterms:W3CDTF">2026-05-27T00:55:02Z</dcterms:modified>
</cp:coreProperties>
</file>