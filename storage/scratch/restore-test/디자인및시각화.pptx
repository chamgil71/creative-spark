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&amp; 시각화도구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자동화와 데이터 시각화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디자인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UI/UX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프레젠테이션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시작 가능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 — 누구나 디자이너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761488"/>
          </a:xfrm>
          <a:prstGeom prst="roundRect">
            <a:avLst>
              <a:gd name="adj" fmla="val 132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11277295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234440"/>
            <a:ext cx="9997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" y="1508760"/>
            <a:ext cx="99971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canva.com · 브라우저 기반 디자인 플랫폼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55503" y="14081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/ Pro $15/월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8424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수천 가지 템플릿: PPT·포스터·SNS·명함·로고·유튜브 썸네일 등 카테고리별 전문 템플릿. 선택 후 텍스트·색상만 바꾸면 완성.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203704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기능 (Magic Studio): 텍스트로 이미지 생성, 배경 제거, 사진 품질 향상, 텍스트 자동 생성. 디자인 초보도 전문가 수준 결과물.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실시간 협업: 링크 공유로 여러 명이 동시 편집. 댓글·버전 관리·승인 기능으로 팀 디자인 작업 효율화.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642616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다양한 출력 형식: PDF·PNG·MP4·GIF·PPT·SVG 등으로 즉시 내보내기. 인쇄 주문도 Canva 내에서 바로 가능.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862072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📊 보고서·발표 자료 빠르게 제작 (템플릿 → 내용만 교체)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08152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📱 SNS 콘텐츠 자동 크기 조절 (인스타·유튜브·블로그 동시 제작)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300984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🎤 행사 홍보물·배너·현수막 제작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✂️ 이미지 배경 제거 후 투명 PNG 다운로드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— 협업 UI/UX 디자인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761488"/>
          </a:xfrm>
          <a:prstGeom prst="roundRect">
            <a:avLst>
              <a:gd name="adj" fmla="val 132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11277295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234440"/>
            <a:ext cx="9997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" y="1508760"/>
            <a:ext cx="99971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figma.com · 클라우드 기반 UI/UX 디자인 &amp; 프로토타이핑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55503" y="14081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/ Pro $15/월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8424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실시간 동시 편집: 개발자·기획자·디자이너가 같은 파일에서 동시 작업. 변경사항 즉시 반영. 버전 히스토리 무제한.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203704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프로토타이핑: 화면 전환 애니메이션, 클릭 인터랙션 설정. 코딩 없이 앱/웹 동작 시뮬레이션 제작.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컴포넌트 시스템: 버튼·아이콘·카드를 컴포넌트로 만들어 전체 디자인 시스템 구축. 수정 시 전체 자동 반영.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642616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개발자 핸드오프: CSS 값, 여백, 색상 코드 자동 추출. 개발자가 디자인 파일에서 바로 스펙 확인 가능.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862072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🖥️ 웹/앱 UI 디자인 및 와이어프레임 제작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08152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🎯 클릭 가능한 프로토타입으로 사용자 테스트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300984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🏢 팀 디자인 시스템 구축 (컬러·타이포·컴포넌트)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🤝 개발팀에 정확한 스펙 전달 (핸드오프)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 — AI 프레젠테이션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761488"/>
          </a:xfrm>
          <a:prstGeom prst="roundRect">
            <a:avLst>
              <a:gd name="adj" fmla="val 132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11277295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234440"/>
            <a:ext cx="9997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" y="1508760"/>
            <a:ext cx="99971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gamma.app · AI 기반 프레젠테이션·문서·웹페이지 생성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55503" y="14081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/ Plus $10/월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8424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즉시 생성: 주제 한 줄 입력 → 10초 내 완성된 프레젠테이션 생성. 슬라이드 구성·내용·디자인 모두 자동.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203704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아름다운 기본 디자인: 전문 디자이너가 만든 테마를 AI가 자동 적용. 파워포인트 없이도 세련된 결과물.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웹 공유 &amp; 임베드: 링크만으로 공유. 방문자 수·클릭 분석. 노션·슬랙·이메일에 바로 임베드 가능.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642616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PPT/PDF 변환: 완성된 Gamma 문서를 PPT·PDF로 내보내기. 기존 PPT 업로드 후 AI로 재디자인도 가능.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862072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📊 보고·업무 발표 자료 10분 만에 제작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08152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📚 교육 자료·강의 슬라이드 AI 자동 구성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300984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🏢 제안서·기획서를 웹 페이지 형태로 공유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🔄 기존 PPT를 업로드해서 AI 리디자인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 &amp; 조합 가이드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336448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목적별 도구 선택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00530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2705024"/>
                <a:gridCol w="2705024"/>
                <a:gridCol w="270502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Canva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Figma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Gamma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 자료 빠르게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추천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추천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이미지·포스터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최적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웹/앱 UI 디자인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전문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협업 디자인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최적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자동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최강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사용 범위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🟢 쉬움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🔴 어려움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🟢 매우 쉬움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394995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추천 조합 워크플로우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6446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7177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2064" y="50286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29779" y="49784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58379" y="46446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58379" y="47177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813243" y="50286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30958" y="49784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59558" y="46446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59558" y="47177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14422" y="50286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보정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32137" y="49784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60737" y="46446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60737" y="47177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🖌️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15601" y="50286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프로토타입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433316" y="49784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61916" y="46446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61916" y="47177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716780" y="50286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공유·배포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2026-05-28T01:01:33Z</dcterms:created>
  <dcterms:modified xsi:type="dcterms:W3CDTF">2026-05-28T01:01:33Z</dcterms:modified>
</cp:coreProperties>
</file>