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코드설치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설치 가이드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소요 시간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지원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설치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💡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클로드 코드란?Step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814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814" y="114300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0542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준비물 확인Step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64428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4428" y="114300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4156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⚙️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설치하기Step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18041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18041" y="114300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7769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번째 실행Step 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5176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6148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🔧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 해결Step 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10814" y="265176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814" y="265176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0542" y="276148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자주 묻는 질문FAQ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코드란 무엇인가요?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설치하기 전에 클로드 코드가 어떤 도구인지 간단히 알아봐요!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1201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5092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하는 코딩 도우미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2524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\"이 코드가 왜 오류가 나요?\" 처럼 우리말로 물어보면 AI가 답해줍니다.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814" y="2020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2254" y="211201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2254" y="255092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파일과 직접 연결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2254" y="282524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창에 붙여넣기 할 필요 없이, 내 컴퓨터 파일을 직접 분석합니다.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4428" y="2020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868" y="211201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55868" y="255092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터미널(명령 창)에서 동작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5868" y="282524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화면의 터미널에서 실행하지만, 사용 방법은 매우 간단합니다!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18041" y="2020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481" y="211201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09481" y="255092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와는 다른 도구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09481" y="282524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claude.ai(웹사이트)와 별개로 설치해서 쓰는 전문 개발자 도구입니다.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75050"/>
            <a:ext cx="11277295" cy="4112260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579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1325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5072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✻ Claude Code 2.x.x 에 오신 걸 환영합니다!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881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/help 로 사용법을 확인하세요.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2565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6311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파일에서 버그를 찾아줘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60058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⦿ app.py 파일을 분석하고 있습니다...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63804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⦿ 17번째 줄에서 오류를 발견했습니다.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67551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None 값에 대한 예외 처리가 필요합니다.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71297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 준비물을 확인해요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항목들을 미리 준비하시면 설치가 훨씬 매끄럽게 진행됩니다.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3029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확인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34975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지원 운영체제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66065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Windows, macOS(맥), Linux 모두 지원됩니다. 본인의 운영체제에 맞는 설치 방법을 선택해 주세요.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0814" y="202057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814" y="202057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0542" y="213029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설치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0542" y="234975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Node.js (버전 18 이상)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0542" y="266065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코드가 동작하려면 Node.js가 필요합니다. 아직 없다면 설치 과정에서 함께 안내해 드려요.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4428" y="202057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4428" y="202057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4156" y="213029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74156" y="234975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Anthropic 계정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4156" y="266065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계정이 있으면 됩니다. Claude Pro ($20/월) 이상 구독 또는 API 키가 필요합니다.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202057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8041" y="202057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7769" y="213029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27769" y="234975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📶 인터넷 연결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27769" y="266065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중 파일 다운로드 및 인증에 인터넷이 필요합니다. 안정적인 Wi-Fi 환경을 권장합니다.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2933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33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63905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경우에 따라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38585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관리자 권한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416941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시 컴퓨터 관리자 비밀번호를 묻는 경우가 있을 수 있습니다. 미리 비밀번호를 확인해 두세요.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814" y="352933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814" y="3529330"/>
            <a:ext cx="2716454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0542" y="363905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사항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0542" y="38585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🐙 Git (선택)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0542" y="416941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버전 관리를 위한 Git이 있으면 더 편리합니다. Windows 사용자는 Git for Windows를 권장합니다.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175250"/>
            <a:ext cx="11277295" cy="1211580"/>
          </a:xfrm>
          <a:prstGeom prst="roundRect">
            <a:avLst>
              <a:gd name="adj" fmla="val 6038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175250"/>
            <a:ext cx="73152" cy="12115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5358130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Node.js가 뭔가요?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" y="5728970"/>
            <a:ext cx="11076127" cy="520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JavaScript 프로그래밍 언어를 컴퓨터에서 직접 실행할 수 있게 해주는 도구입니다. 클로드 코드 내부적으로 이것을 사용하기 때문에 미리 설치되어 있어야 합니다. 마치 한글 문서를 열기 위해 '한글(HWP)' 프로그램이 필요한 것과 같아요!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본인의 운영체제를 선택해 주세요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사용하시는 컴퓨터 종류에 맞는 탭을 눌러주세요. 각 탭마다 맞춤 설치 방법을 안내해 드립니다.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11277295" cy="3200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04034"/>
            <a:ext cx="11277295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20570"/>
            <a:ext cx="1100297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 (맥)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3205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14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98140"/>
            <a:ext cx="11277295" cy="3200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81604"/>
            <a:ext cx="11277295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98140"/>
            <a:ext cx="1100297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3096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7571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75710"/>
            <a:ext cx="11277295" cy="3200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59174"/>
            <a:ext cx="11277295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75710"/>
            <a:ext cx="1100297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8719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904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76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2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" y="485444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열기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510133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명령어를 입력하는 검은 화면 창을 열어요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5859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23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72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2416" y="564997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설치 여부 확인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89686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설치되어 있는지 먼저 확인해봐요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38149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6518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1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2416" y="644550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설치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" y="669239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설치하는 명령어를 입력합니다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731418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74513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7451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2416" y="73781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열기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42416" y="762508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Windows의 명령 창을 열어요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810971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82468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8246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42416" y="817372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설치 스크립트 실행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42416" y="842060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공식 설치 스크립트를 사용합니다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89052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90424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9042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42416" y="896924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별도 설치 방법 (위 방법 실패 시)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42416" y="921613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스크립트가 안 될 때 수동으로 설치하는 방법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97007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98379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9837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42416" y="976477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42416" y="1001166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제대로 설치되었는지 확인합니다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1063345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107706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10770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42416" y="106974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열기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42416" y="1094435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리눅스에서 터미널을 실행합니다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142898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115661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11566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42416" y="114929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설치 스크립트 실행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42416" y="1173988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macOS와 동일한 방법으로 설치합니다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1222451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123616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12361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42416" y="1228852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수동 설치 (필요 시)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42416" y="1253540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Node.js가 없을 때 설치하는 방법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처음으로 클로드 코드 실행하기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끝났으면 이제 실행해볼까요? 처음 실행 시 로그인이 필요합니다.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5773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577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208457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입력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33146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 claude를 입력하고 Enter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09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5325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532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288010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열림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312699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웹 브라우저가 열립니다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62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878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4878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67563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92252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계정으로 로그인합니다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15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4431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4431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" y="447116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허용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471805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'Authorize' 버튼을 눌러 허용합니다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20268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33984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339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2416" y="526669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51357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터미널로 돌아와 사용 시작 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13537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627253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2725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2416" y="619937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실행하기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" y="644626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실행 시 자동으로 로그인 화면이 나타납니다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93089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706805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70680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2416" y="699490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대화 시도해보기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42416" y="724179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바로 대화를 시작할 수 있어요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772642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786358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786358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42416" y="779043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명령어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42416" y="803732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명령어를 알아두면 편리해요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중 문제가 생겼나요?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발생하는 문제와 해결 방법을 모아봤습니다. 아래 항목을 클릭하면 해결 방법이 펼쳐집니다.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754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\"command not found: claude\" 오류가 나요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691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설치는 됐지만 터미널이 claude 명령어 위치를 아직 모르는 경우입니다.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437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npm 설치 시 \"EACCES: permission denied\" 오류가 나요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374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npm이 시스템 폴더에 쓰려고 할 때 발생하는 권한 오류입니다. 아래처럼 npm 전역 설치 경로를 내 폴더로 바꿔주세요.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2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572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121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Node.js 버전이 너무 낮다고 해요 (18 미만)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40058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Node.js를 최신 LTS 버전으로 업그레이드해야 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256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256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804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로그인이 안 되거나 인증 오류가 나요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47741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인증을 초기화하고 다시 시도해보세요.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939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939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1488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Windows에서 \"Claude Code is not supported on Windows\" 오류가 나요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55425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CMD나 일반 PowerShell에서 WSL(Linux) 없이 실행할 때 발생합니다. 공식 PowerShell 설치 스크립트를 사용하면 대부분 해결됩니다.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623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8623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9171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설치는 됐는데 너무 느려요 / 응답이 없어요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3108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인터넷 연결 상태를 먼저 확인해주세요. 클로드 코드는 매 응답마다 Anthropic 서버와 통신합니다.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전후로 많이 물어보시는 질문들을 모았습니다.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754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클로드 코드는 무료인가요?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691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클로드 코드 자체는 무료로 설치할 수 있지만, 사용하려면 Claude Pro($20/월) 이상 구독 또는 Anthropic API 키(사용량 기반 요금)가 필요합니다. Node.js는 완전 무료입니다.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437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Claude.ai와 클로드 코드의 차이가 뭔가요?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374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Claude.ai는 웹 브라우저에서 쓰는 채팅 서비스입니다. 클로드 코드는 내 컴퓨터 파일과 직접 연결되어 동작하는 개발자용 도구입니다. 둘 다 같은 AI를 사용하지만 목적과 방식이 다릅니다.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2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572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121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코딩을 전혀 모르는데 써도 되나요?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40058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네! 한국어로 자유롭게 질문하면 됩니다. 다만 설치 과정에서 터미널 명령어를 입력해야 하므로 이 가이드를 잘 따라와 주세요. 설치 후 사용은 채팅처럼 편합니다.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256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256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804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Mac, Windows, Linux 모두 되나요?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47741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네, 세 운영체제 모두 공식 지원됩니다. 이 가이드의 각 탭에서 운영체제별 설치 방법을 안내하고 있습니다.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939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939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1488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설치 후 업데이트는 어떻게 하나요?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55425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클로드 코드는 실행할 때마다 자동으로 최신 버전을 확인하고 업데이트합니다. 수동으로 업데이트하려면 터미널에 claude update를 입력하면 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623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8623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9171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제 코드나 파일이 외부에 유출되나요?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3108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클로드 코드가 파일을 읽을 때 해당 내용이 Anthropic 서버로 전송됩니다. 민감한 정보(비밀번호, 개인정보 등)가 담긴 파일은 주의하여 사용하세요. 자세한 내용은 Anthropic 개인정보처리방침을 확인하세요.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6306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663067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6855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삭제(제거)는 어떻게 하나요?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" y="70792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터미널에서 npm uninstall -g @anthropic-ai/claude-code를 입력하면 삭제됩니다. 공식 스크립트로 설치했다면 ~/.claude 또는 ~/.local/bin/claude 파일을 삭제하면 됩니다.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73990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7399020"/>
            <a:ext cx="54864" cy="69977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74538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한국어로 대화할 수 있나요?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6928" y="78475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물론입니다! 클로드 코드는 한국어를 완벽하게 지원합니다. 질문도 한국어로, 답변도 한국어로 받을 수 있습니다.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8304530"/>
            <a:ext cx="11277295" cy="2609850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84874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설치 완료! 이제 시작해봐요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" y="89039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명령어들로 클로드 코드의 다양한 기능을 탐험해보세요!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92786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 claude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96532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 claude "이 코드를 설명해줘"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100279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 claude doctor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" y="104025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공식 문서 바로가기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2026-05-28T01:01:21Z</dcterms:created>
  <dcterms:modified xsi:type="dcterms:W3CDTF">2026-05-28T01:01:21Z</dcterms:modified>
</cp:coreProperties>
</file>